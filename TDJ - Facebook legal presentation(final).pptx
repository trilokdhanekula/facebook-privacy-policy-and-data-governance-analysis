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41"/>
  </p:notesMasterIdLst>
  <p:sldIdLst>
    <p:sldId id="256" r:id="rId2"/>
    <p:sldId id="290" r:id="rId3"/>
    <p:sldId id="260" r:id="rId4"/>
    <p:sldId id="264" r:id="rId5"/>
    <p:sldId id="262" r:id="rId6"/>
    <p:sldId id="263" r:id="rId7"/>
    <p:sldId id="311" r:id="rId8"/>
    <p:sldId id="309" r:id="rId9"/>
    <p:sldId id="310" r:id="rId10"/>
    <p:sldId id="265" r:id="rId11"/>
    <p:sldId id="312" r:id="rId12"/>
    <p:sldId id="313" r:id="rId13"/>
    <p:sldId id="314" r:id="rId14"/>
    <p:sldId id="315" r:id="rId15"/>
    <p:sldId id="316" r:id="rId16"/>
    <p:sldId id="334" r:id="rId17"/>
    <p:sldId id="318" r:id="rId18"/>
    <p:sldId id="283" r:id="rId19"/>
    <p:sldId id="317" r:id="rId20"/>
    <p:sldId id="319" r:id="rId21"/>
    <p:sldId id="320" r:id="rId22"/>
    <p:sldId id="323" r:id="rId23"/>
    <p:sldId id="324" r:id="rId24"/>
    <p:sldId id="325" r:id="rId25"/>
    <p:sldId id="322" r:id="rId26"/>
    <p:sldId id="326" r:id="rId27"/>
    <p:sldId id="338" r:id="rId28"/>
    <p:sldId id="336" r:id="rId29"/>
    <p:sldId id="337" r:id="rId30"/>
    <p:sldId id="339" r:id="rId31"/>
    <p:sldId id="285" r:id="rId32"/>
    <p:sldId id="329" r:id="rId33"/>
    <p:sldId id="327" r:id="rId34"/>
    <p:sldId id="328" r:id="rId35"/>
    <p:sldId id="335" r:id="rId36"/>
    <p:sldId id="330" r:id="rId37"/>
    <p:sldId id="331" r:id="rId38"/>
    <p:sldId id="332" r:id="rId39"/>
    <p:sldId id="333" r:id="rId40"/>
  </p:sldIdLst>
  <p:sldSz cx="9144000" cy="5143500" type="screen16x9"/>
  <p:notesSz cx="6858000" cy="9144000"/>
  <p:embeddedFontLst>
    <p:embeddedFont>
      <p:font typeface="Fredoka One" panose="02000000000000000000" pitchFamily="2" charset="77"/>
      <p:regular r:id="rId42"/>
    </p:embeddedFont>
    <p:embeddedFont>
      <p:font typeface="Garamond" panose="02020404030301010803" pitchFamily="18" charset="0"/>
      <p:regular r:id="rId43"/>
      <p:bold r:id="rId44"/>
      <p:italic r:id="rId45"/>
      <p:boldItalic r:id="rId46"/>
    </p:embeddedFont>
    <p:embeddedFont>
      <p:font typeface="Proxima Nova" panose="02000506030000020004" pitchFamily="2" charset="0"/>
      <p:regular r:id="rId47"/>
      <p:bold r:id="rId48"/>
      <p:italic r:id="rId49"/>
      <p:boldItalic r:id="rId50"/>
    </p:embeddedFont>
    <p:embeddedFont>
      <p:font typeface="Raleway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EC990C-0C50-4545-B9BD-90A4D9F6BDCC}">
  <a:tblStyle styleId="{85EC990C-0C50-4545-B9BD-90A4D9F6B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3"/>
    <p:restoredTop sz="94699"/>
  </p:normalViewPr>
  <p:slideViewPr>
    <p:cSldViewPr snapToGrid="0">
      <p:cViewPr varScale="1">
        <p:scale>
          <a:sx n="153" d="100"/>
          <a:sy n="153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9C962-05A1-BF4E-B940-E276AEDC09CA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482ADBA-8C36-294B-85D2-9917CD53BB04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User Control</a:t>
          </a:r>
        </a:p>
      </dgm:t>
    </dgm:pt>
    <dgm:pt modelId="{69BBE60D-9443-AD4C-B9DA-A5C635847815}" type="parTrans" cxnId="{2BA7B4C4-5E5F-BE45-9BFD-1B57BE8657D9}">
      <dgm:prSet/>
      <dgm:spPr/>
      <dgm:t>
        <a:bodyPr/>
        <a:lstStyle/>
        <a:p>
          <a:endParaRPr lang="en-US"/>
        </a:p>
      </dgm:t>
    </dgm:pt>
    <dgm:pt modelId="{946CC0ED-BD74-C848-ABA3-6B51AE0A38D9}" type="sibTrans" cxnId="{2BA7B4C4-5E5F-BE45-9BFD-1B57BE8657D9}">
      <dgm:prSet/>
      <dgm:spPr/>
      <dgm:t>
        <a:bodyPr/>
        <a:lstStyle/>
        <a:p>
          <a:endParaRPr lang="en-US"/>
        </a:p>
      </dgm:t>
    </dgm:pt>
    <dgm:pt modelId="{AEA7F00D-2DEF-0D48-9CFD-9022A0197C94}">
      <dgm:prSet phldrT="[Text]"/>
      <dgm:spPr/>
      <dgm:t>
        <a:bodyPr/>
        <a:lstStyle/>
        <a:p>
          <a:r>
            <a:rPr lang="en-US" b="1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You have</a:t>
          </a:r>
          <a:r>
            <a:rPr lang="en-US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 the right to access and download your personal data stored by us.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F63E0F-4B72-5943-80E7-B643FB8C28E5}" type="parTrans" cxnId="{617B4D5F-D57B-4B45-A12E-12F6EA9EE0D2}">
      <dgm:prSet/>
      <dgm:spPr/>
      <dgm:t>
        <a:bodyPr/>
        <a:lstStyle/>
        <a:p>
          <a:endParaRPr lang="en-US"/>
        </a:p>
      </dgm:t>
    </dgm:pt>
    <dgm:pt modelId="{2C25BDA1-5A85-6D45-B587-57E66BFB2D8D}" type="sibTrans" cxnId="{617B4D5F-D57B-4B45-A12E-12F6EA9EE0D2}">
      <dgm:prSet/>
      <dgm:spPr/>
      <dgm:t>
        <a:bodyPr/>
        <a:lstStyle/>
        <a:p>
          <a:endParaRPr lang="en-US"/>
        </a:p>
      </dgm:t>
    </dgm:pt>
    <dgm:pt modelId="{25313C7B-CBE2-1741-8CB8-33BDF94042BE}">
      <dgm:prSet phldrT="[Text]"/>
      <dgm:spPr/>
      <dgm:t>
        <a:bodyPr/>
        <a:lstStyle/>
        <a:p>
          <a:r>
            <a:rPr lang="en-US" b="1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You can</a:t>
          </a:r>
          <a:r>
            <a:rPr lang="en-US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 manage your privacy by using Facebook’s settings.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65D556-CF9C-6942-B986-3DA0B47E0DEC}" type="parTrans" cxnId="{E552F16B-70B2-394A-A626-10EEE9ABAE06}">
      <dgm:prSet/>
      <dgm:spPr/>
      <dgm:t>
        <a:bodyPr/>
        <a:lstStyle/>
        <a:p>
          <a:endParaRPr lang="en-US"/>
        </a:p>
      </dgm:t>
    </dgm:pt>
    <dgm:pt modelId="{6E5D0B56-1F6E-2346-BEA5-4B0C34F96CF8}" type="sibTrans" cxnId="{E552F16B-70B2-394A-A626-10EEE9ABAE06}">
      <dgm:prSet/>
      <dgm:spPr/>
      <dgm:t>
        <a:bodyPr/>
        <a:lstStyle/>
        <a:p>
          <a:endParaRPr lang="en-US"/>
        </a:p>
      </dgm:t>
    </dgm:pt>
    <dgm:pt modelId="{6C2B6426-E396-F547-9CBF-D32C030F14D8}">
      <dgm:prSet phldrT="[Text]"/>
      <dgm:spPr/>
      <dgm:t>
        <a:bodyPr/>
        <a:lstStyle/>
        <a:p>
          <a:r>
            <a:rPr lang="en-US" b="1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You also can</a:t>
          </a:r>
          <a:r>
            <a:rPr lang="en-US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 delete your account or specific information if desired</a:t>
          </a:r>
          <a:r>
            <a:rPr lang="en-US" b="0" i="0" u="none" dirty="0"/>
            <a:t>.</a:t>
          </a:r>
          <a:endParaRPr lang="en-US" dirty="0"/>
        </a:p>
      </dgm:t>
    </dgm:pt>
    <dgm:pt modelId="{631EBC87-4D26-604E-A8E2-1D909F3AD544}" type="parTrans" cxnId="{7A84A03C-DF1C-1249-9C96-220928E02A59}">
      <dgm:prSet/>
      <dgm:spPr/>
      <dgm:t>
        <a:bodyPr/>
        <a:lstStyle/>
        <a:p>
          <a:endParaRPr lang="en-US"/>
        </a:p>
      </dgm:t>
    </dgm:pt>
    <dgm:pt modelId="{EC6BBFF5-92E5-EB45-B218-01930F454060}" type="sibTrans" cxnId="{7A84A03C-DF1C-1249-9C96-220928E02A59}">
      <dgm:prSet/>
      <dgm:spPr/>
      <dgm:t>
        <a:bodyPr/>
        <a:lstStyle/>
        <a:p>
          <a:endParaRPr lang="en-US"/>
        </a:p>
      </dgm:t>
    </dgm:pt>
    <dgm:pt modelId="{35BCB807-EEFB-9F4D-9673-DD09E007E547}" type="pres">
      <dgm:prSet presAssocID="{5459C962-05A1-BF4E-B940-E276AEDC09C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6663C74-C3B1-2943-A154-21ED7F08D200}" type="pres">
      <dgm:prSet presAssocID="{D482ADBA-8C36-294B-85D2-9917CD53BB04}" presName="root1" presStyleCnt="0"/>
      <dgm:spPr/>
    </dgm:pt>
    <dgm:pt modelId="{65620531-8CBB-A34E-89F5-FEEE3DABAE4E}" type="pres">
      <dgm:prSet presAssocID="{D482ADBA-8C36-294B-85D2-9917CD53BB04}" presName="LevelOneTextNode" presStyleLbl="node0" presStyleIdx="0" presStyleCnt="1">
        <dgm:presLayoutVars>
          <dgm:chPref val="3"/>
        </dgm:presLayoutVars>
      </dgm:prSet>
      <dgm:spPr/>
    </dgm:pt>
    <dgm:pt modelId="{2C4E6643-2509-3F42-9AD0-5B1A20918643}" type="pres">
      <dgm:prSet presAssocID="{D482ADBA-8C36-294B-85D2-9917CD53BB04}" presName="level2hierChild" presStyleCnt="0"/>
      <dgm:spPr/>
    </dgm:pt>
    <dgm:pt modelId="{BF243686-EE3C-3F43-BA82-29F48563D0C8}" type="pres">
      <dgm:prSet presAssocID="{EDF63E0F-4B72-5943-80E7-B643FB8C28E5}" presName="conn2-1" presStyleLbl="parChTrans1D2" presStyleIdx="0" presStyleCnt="3"/>
      <dgm:spPr/>
    </dgm:pt>
    <dgm:pt modelId="{547FCFBB-FC00-E74B-895A-49A341328923}" type="pres">
      <dgm:prSet presAssocID="{EDF63E0F-4B72-5943-80E7-B643FB8C28E5}" presName="connTx" presStyleLbl="parChTrans1D2" presStyleIdx="0" presStyleCnt="3"/>
      <dgm:spPr/>
    </dgm:pt>
    <dgm:pt modelId="{4BC36FE9-8FC2-C649-8C14-B161F0E2027E}" type="pres">
      <dgm:prSet presAssocID="{AEA7F00D-2DEF-0D48-9CFD-9022A0197C94}" presName="root2" presStyleCnt="0"/>
      <dgm:spPr/>
    </dgm:pt>
    <dgm:pt modelId="{AFE119FC-635E-B74C-BD03-1AA0B127ECFF}" type="pres">
      <dgm:prSet presAssocID="{AEA7F00D-2DEF-0D48-9CFD-9022A0197C94}" presName="LevelTwoTextNode" presStyleLbl="node2" presStyleIdx="0" presStyleCnt="3" custScaleX="160267" custScaleY="104491">
        <dgm:presLayoutVars>
          <dgm:chPref val="3"/>
        </dgm:presLayoutVars>
      </dgm:prSet>
      <dgm:spPr/>
    </dgm:pt>
    <dgm:pt modelId="{6880BB79-59A0-DD4F-8172-F776DCF4AE4F}" type="pres">
      <dgm:prSet presAssocID="{AEA7F00D-2DEF-0D48-9CFD-9022A0197C94}" presName="level3hierChild" presStyleCnt="0"/>
      <dgm:spPr/>
    </dgm:pt>
    <dgm:pt modelId="{91941C79-E489-BA48-945D-F3913D792292}" type="pres">
      <dgm:prSet presAssocID="{C465D556-CF9C-6942-B986-3DA0B47E0DEC}" presName="conn2-1" presStyleLbl="parChTrans1D2" presStyleIdx="1" presStyleCnt="3"/>
      <dgm:spPr/>
    </dgm:pt>
    <dgm:pt modelId="{517058F5-A231-134E-8B96-6B91A0C3B699}" type="pres">
      <dgm:prSet presAssocID="{C465D556-CF9C-6942-B986-3DA0B47E0DEC}" presName="connTx" presStyleLbl="parChTrans1D2" presStyleIdx="1" presStyleCnt="3"/>
      <dgm:spPr/>
    </dgm:pt>
    <dgm:pt modelId="{E6F3DFCD-98ED-0942-8C21-61F40F22DD5F}" type="pres">
      <dgm:prSet presAssocID="{25313C7B-CBE2-1741-8CB8-33BDF94042BE}" presName="root2" presStyleCnt="0"/>
      <dgm:spPr/>
    </dgm:pt>
    <dgm:pt modelId="{697DE2D2-20AD-F043-B232-00306A928CBF}" type="pres">
      <dgm:prSet presAssocID="{25313C7B-CBE2-1741-8CB8-33BDF94042BE}" presName="LevelTwoTextNode" presStyleLbl="node2" presStyleIdx="1" presStyleCnt="3" custScaleX="161440" custScaleY="98396">
        <dgm:presLayoutVars>
          <dgm:chPref val="3"/>
        </dgm:presLayoutVars>
      </dgm:prSet>
      <dgm:spPr/>
    </dgm:pt>
    <dgm:pt modelId="{AE9BF12C-4B0C-FF4A-9950-C590FE16CFC9}" type="pres">
      <dgm:prSet presAssocID="{25313C7B-CBE2-1741-8CB8-33BDF94042BE}" presName="level3hierChild" presStyleCnt="0"/>
      <dgm:spPr/>
    </dgm:pt>
    <dgm:pt modelId="{0B6D4FDE-D290-D841-B690-DEEE64E87083}" type="pres">
      <dgm:prSet presAssocID="{631EBC87-4D26-604E-A8E2-1D909F3AD544}" presName="conn2-1" presStyleLbl="parChTrans1D2" presStyleIdx="2" presStyleCnt="3"/>
      <dgm:spPr/>
    </dgm:pt>
    <dgm:pt modelId="{41EDAD4A-A073-1841-9E0C-936659ADAAC5}" type="pres">
      <dgm:prSet presAssocID="{631EBC87-4D26-604E-A8E2-1D909F3AD544}" presName="connTx" presStyleLbl="parChTrans1D2" presStyleIdx="2" presStyleCnt="3"/>
      <dgm:spPr/>
    </dgm:pt>
    <dgm:pt modelId="{D01A8CC9-8E2B-7E48-B923-7AAE319A4434}" type="pres">
      <dgm:prSet presAssocID="{6C2B6426-E396-F547-9CBF-D32C030F14D8}" presName="root2" presStyleCnt="0"/>
      <dgm:spPr/>
    </dgm:pt>
    <dgm:pt modelId="{AD902DC8-E77C-1642-A0BC-42BD961D7DFC}" type="pres">
      <dgm:prSet presAssocID="{6C2B6426-E396-F547-9CBF-D32C030F14D8}" presName="LevelTwoTextNode" presStyleLbl="node2" presStyleIdx="2" presStyleCnt="3" custScaleX="164577">
        <dgm:presLayoutVars>
          <dgm:chPref val="3"/>
        </dgm:presLayoutVars>
      </dgm:prSet>
      <dgm:spPr/>
    </dgm:pt>
    <dgm:pt modelId="{7A97B0D2-2AF3-8246-A892-696405166553}" type="pres">
      <dgm:prSet presAssocID="{6C2B6426-E396-F547-9CBF-D32C030F14D8}" presName="level3hierChild" presStyleCnt="0"/>
      <dgm:spPr/>
    </dgm:pt>
  </dgm:ptLst>
  <dgm:cxnLst>
    <dgm:cxn modelId="{AAFFE709-D3AC-3E4C-B985-B97BDA23A554}" type="presOf" srcId="{C465D556-CF9C-6942-B986-3DA0B47E0DEC}" destId="{91941C79-E489-BA48-945D-F3913D792292}" srcOrd="0" destOrd="0" presId="urn:microsoft.com/office/officeart/2008/layout/HorizontalMultiLevelHierarchy"/>
    <dgm:cxn modelId="{9923AB38-2F48-454C-B5C4-21CA48FB9CEB}" type="presOf" srcId="{D482ADBA-8C36-294B-85D2-9917CD53BB04}" destId="{65620531-8CBB-A34E-89F5-FEEE3DABAE4E}" srcOrd="0" destOrd="0" presId="urn:microsoft.com/office/officeart/2008/layout/HorizontalMultiLevelHierarchy"/>
    <dgm:cxn modelId="{01F06F3C-9F7B-AF44-BE6D-7851AFF43012}" type="presOf" srcId="{631EBC87-4D26-604E-A8E2-1D909F3AD544}" destId="{41EDAD4A-A073-1841-9E0C-936659ADAAC5}" srcOrd="1" destOrd="0" presId="urn:microsoft.com/office/officeart/2008/layout/HorizontalMultiLevelHierarchy"/>
    <dgm:cxn modelId="{7A84A03C-DF1C-1249-9C96-220928E02A59}" srcId="{D482ADBA-8C36-294B-85D2-9917CD53BB04}" destId="{6C2B6426-E396-F547-9CBF-D32C030F14D8}" srcOrd="2" destOrd="0" parTransId="{631EBC87-4D26-604E-A8E2-1D909F3AD544}" sibTransId="{EC6BBFF5-92E5-EB45-B218-01930F454060}"/>
    <dgm:cxn modelId="{A4EFB54A-8D2F-4446-BDD9-5CAB6CCE7AD7}" type="presOf" srcId="{6C2B6426-E396-F547-9CBF-D32C030F14D8}" destId="{AD902DC8-E77C-1642-A0BC-42BD961D7DFC}" srcOrd="0" destOrd="0" presId="urn:microsoft.com/office/officeart/2008/layout/HorizontalMultiLevelHierarchy"/>
    <dgm:cxn modelId="{617B4D5F-D57B-4B45-A12E-12F6EA9EE0D2}" srcId="{D482ADBA-8C36-294B-85D2-9917CD53BB04}" destId="{AEA7F00D-2DEF-0D48-9CFD-9022A0197C94}" srcOrd="0" destOrd="0" parTransId="{EDF63E0F-4B72-5943-80E7-B643FB8C28E5}" sibTransId="{2C25BDA1-5A85-6D45-B587-57E66BFB2D8D}"/>
    <dgm:cxn modelId="{D1BB3660-335D-C645-88B1-5A328713A688}" type="presOf" srcId="{5459C962-05A1-BF4E-B940-E276AEDC09CA}" destId="{35BCB807-EEFB-9F4D-9673-DD09E007E547}" srcOrd="0" destOrd="0" presId="urn:microsoft.com/office/officeart/2008/layout/HorizontalMultiLevelHierarchy"/>
    <dgm:cxn modelId="{E552F16B-70B2-394A-A626-10EEE9ABAE06}" srcId="{D482ADBA-8C36-294B-85D2-9917CD53BB04}" destId="{25313C7B-CBE2-1741-8CB8-33BDF94042BE}" srcOrd="1" destOrd="0" parTransId="{C465D556-CF9C-6942-B986-3DA0B47E0DEC}" sibTransId="{6E5D0B56-1F6E-2346-BEA5-4B0C34F96CF8}"/>
    <dgm:cxn modelId="{E2E45187-092D-6B4E-9AE4-4180841BD86B}" type="presOf" srcId="{C465D556-CF9C-6942-B986-3DA0B47E0DEC}" destId="{517058F5-A231-134E-8B96-6B91A0C3B699}" srcOrd="1" destOrd="0" presId="urn:microsoft.com/office/officeart/2008/layout/HorizontalMultiLevelHierarchy"/>
    <dgm:cxn modelId="{D7FED994-6F9A-B146-8CFF-1BE4C6ACCD61}" type="presOf" srcId="{EDF63E0F-4B72-5943-80E7-B643FB8C28E5}" destId="{BF243686-EE3C-3F43-BA82-29F48563D0C8}" srcOrd="0" destOrd="0" presId="urn:microsoft.com/office/officeart/2008/layout/HorizontalMultiLevelHierarchy"/>
    <dgm:cxn modelId="{352B13C4-F59D-B147-9D1F-ECAE5AF68D0F}" type="presOf" srcId="{25313C7B-CBE2-1741-8CB8-33BDF94042BE}" destId="{697DE2D2-20AD-F043-B232-00306A928CBF}" srcOrd="0" destOrd="0" presId="urn:microsoft.com/office/officeart/2008/layout/HorizontalMultiLevelHierarchy"/>
    <dgm:cxn modelId="{2BA7B4C4-5E5F-BE45-9BFD-1B57BE8657D9}" srcId="{5459C962-05A1-BF4E-B940-E276AEDC09CA}" destId="{D482ADBA-8C36-294B-85D2-9917CD53BB04}" srcOrd="0" destOrd="0" parTransId="{69BBE60D-9443-AD4C-B9DA-A5C635847815}" sibTransId="{946CC0ED-BD74-C848-ABA3-6B51AE0A38D9}"/>
    <dgm:cxn modelId="{794333F4-7ADE-FA4B-BE95-0457D3D3C995}" type="presOf" srcId="{631EBC87-4D26-604E-A8E2-1D909F3AD544}" destId="{0B6D4FDE-D290-D841-B690-DEEE64E87083}" srcOrd="0" destOrd="0" presId="urn:microsoft.com/office/officeart/2008/layout/HorizontalMultiLevelHierarchy"/>
    <dgm:cxn modelId="{5FE157FA-CDA8-C243-ABF6-EE33EF2888BD}" type="presOf" srcId="{AEA7F00D-2DEF-0D48-9CFD-9022A0197C94}" destId="{AFE119FC-635E-B74C-BD03-1AA0B127ECFF}" srcOrd="0" destOrd="0" presId="urn:microsoft.com/office/officeart/2008/layout/HorizontalMultiLevelHierarchy"/>
    <dgm:cxn modelId="{5445F3FA-79CA-C94A-A501-A69794168630}" type="presOf" srcId="{EDF63E0F-4B72-5943-80E7-B643FB8C28E5}" destId="{547FCFBB-FC00-E74B-895A-49A341328923}" srcOrd="1" destOrd="0" presId="urn:microsoft.com/office/officeart/2008/layout/HorizontalMultiLevelHierarchy"/>
    <dgm:cxn modelId="{0E9365AD-A064-C04D-B7F6-543A64F39BB6}" type="presParOf" srcId="{35BCB807-EEFB-9F4D-9673-DD09E007E547}" destId="{F6663C74-C3B1-2943-A154-21ED7F08D200}" srcOrd="0" destOrd="0" presId="urn:microsoft.com/office/officeart/2008/layout/HorizontalMultiLevelHierarchy"/>
    <dgm:cxn modelId="{15FBA658-BC61-F846-9222-A2B3152B5D73}" type="presParOf" srcId="{F6663C74-C3B1-2943-A154-21ED7F08D200}" destId="{65620531-8CBB-A34E-89F5-FEEE3DABAE4E}" srcOrd="0" destOrd="0" presId="urn:microsoft.com/office/officeart/2008/layout/HorizontalMultiLevelHierarchy"/>
    <dgm:cxn modelId="{D3ED60E9-BD80-C24D-B337-1E745BCDC100}" type="presParOf" srcId="{F6663C74-C3B1-2943-A154-21ED7F08D200}" destId="{2C4E6643-2509-3F42-9AD0-5B1A20918643}" srcOrd="1" destOrd="0" presId="urn:microsoft.com/office/officeart/2008/layout/HorizontalMultiLevelHierarchy"/>
    <dgm:cxn modelId="{C2D2AFD9-A0EA-3046-B440-09C0BE64C5DB}" type="presParOf" srcId="{2C4E6643-2509-3F42-9AD0-5B1A20918643}" destId="{BF243686-EE3C-3F43-BA82-29F48563D0C8}" srcOrd="0" destOrd="0" presId="urn:microsoft.com/office/officeart/2008/layout/HorizontalMultiLevelHierarchy"/>
    <dgm:cxn modelId="{11E67DD0-9D75-6A4B-B3EA-94520915BCE3}" type="presParOf" srcId="{BF243686-EE3C-3F43-BA82-29F48563D0C8}" destId="{547FCFBB-FC00-E74B-895A-49A341328923}" srcOrd="0" destOrd="0" presId="urn:microsoft.com/office/officeart/2008/layout/HorizontalMultiLevelHierarchy"/>
    <dgm:cxn modelId="{76B6ABBE-74F4-294D-AC3D-5877EC56385C}" type="presParOf" srcId="{2C4E6643-2509-3F42-9AD0-5B1A20918643}" destId="{4BC36FE9-8FC2-C649-8C14-B161F0E2027E}" srcOrd="1" destOrd="0" presId="urn:microsoft.com/office/officeart/2008/layout/HorizontalMultiLevelHierarchy"/>
    <dgm:cxn modelId="{25DFE2F3-FBB4-9340-A96B-69493613255B}" type="presParOf" srcId="{4BC36FE9-8FC2-C649-8C14-B161F0E2027E}" destId="{AFE119FC-635E-B74C-BD03-1AA0B127ECFF}" srcOrd="0" destOrd="0" presId="urn:microsoft.com/office/officeart/2008/layout/HorizontalMultiLevelHierarchy"/>
    <dgm:cxn modelId="{B1B48B4F-EBCB-EF48-B404-E9410FDBD885}" type="presParOf" srcId="{4BC36FE9-8FC2-C649-8C14-B161F0E2027E}" destId="{6880BB79-59A0-DD4F-8172-F776DCF4AE4F}" srcOrd="1" destOrd="0" presId="urn:microsoft.com/office/officeart/2008/layout/HorizontalMultiLevelHierarchy"/>
    <dgm:cxn modelId="{88633A25-7413-C24F-A7DB-32F3BD428B54}" type="presParOf" srcId="{2C4E6643-2509-3F42-9AD0-5B1A20918643}" destId="{91941C79-E489-BA48-945D-F3913D792292}" srcOrd="2" destOrd="0" presId="urn:microsoft.com/office/officeart/2008/layout/HorizontalMultiLevelHierarchy"/>
    <dgm:cxn modelId="{30B221A4-0B36-9047-A635-8BF34E90A1DC}" type="presParOf" srcId="{91941C79-E489-BA48-945D-F3913D792292}" destId="{517058F5-A231-134E-8B96-6B91A0C3B699}" srcOrd="0" destOrd="0" presId="urn:microsoft.com/office/officeart/2008/layout/HorizontalMultiLevelHierarchy"/>
    <dgm:cxn modelId="{F42701FC-6D34-644A-846E-9DC20B305D60}" type="presParOf" srcId="{2C4E6643-2509-3F42-9AD0-5B1A20918643}" destId="{E6F3DFCD-98ED-0942-8C21-61F40F22DD5F}" srcOrd="3" destOrd="0" presId="urn:microsoft.com/office/officeart/2008/layout/HorizontalMultiLevelHierarchy"/>
    <dgm:cxn modelId="{05281417-BB39-2144-8627-395FD690AF3E}" type="presParOf" srcId="{E6F3DFCD-98ED-0942-8C21-61F40F22DD5F}" destId="{697DE2D2-20AD-F043-B232-00306A928CBF}" srcOrd="0" destOrd="0" presId="urn:microsoft.com/office/officeart/2008/layout/HorizontalMultiLevelHierarchy"/>
    <dgm:cxn modelId="{99310388-859D-224D-8950-4DF3ED85A12E}" type="presParOf" srcId="{E6F3DFCD-98ED-0942-8C21-61F40F22DD5F}" destId="{AE9BF12C-4B0C-FF4A-9950-C590FE16CFC9}" srcOrd="1" destOrd="0" presId="urn:microsoft.com/office/officeart/2008/layout/HorizontalMultiLevelHierarchy"/>
    <dgm:cxn modelId="{DC536E7D-A388-6E44-87C5-07F33754E0FE}" type="presParOf" srcId="{2C4E6643-2509-3F42-9AD0-5B1A20918643}" destId="{0B6D4FDE-D290-D841-B690-DEEE64E87083}" srcOrd="4" destOrd="0" presId="urn:microsoft.com/office/officeart/2008/layout/HorizontalMultiLevelHierarchy"/>
    <dgm:cxn modelId="{07D2D3B1-545E-254F-A38F-FECEF2FC8BFC}" type="presParOf" srcId="{0B6D4FDE-D290-D841-B690-DEEE64E87083}" destId="{41EDAD4A-A073-1841-9E0C-936659ADAAC5}" srcOrd="0" destOrd="0" presId="urn:microsoft.com/office/officeart/2008/layout/HorizontalMultiLevelHierarchy"/>
    <dgm:cxn modelId="{F3334FA4-A19B-CC47-A287-E13127F68FF9}" type="presParOf" srcId="{2C4E6643-2509-3F42-9AD0-5B1A20918643}" destId="{D01A8CC9-8E2B-7E48-B923-7AAE319A4434}" srcOrd="5" destOrd="0" presId="urn:microsoft.com/office/officeart/2008/layout/HorizontalMultiLevelHierarchy"/>
    <dgm:cxn modelId="{ABD89A8B-46F6-A346-B1B5-529CA0C6EEF1}" type="presParOf" srcId="{D01A8CC9-8E2B-7E48-B923-7AAE319A4434}" destId="{AD902DC8-E77C-1642-A0BC-42BD961D7DFC}" srcOrd="0" destOrd="0" presId="urn:microsoft.com/office/officeart/2008/layout/HorizontalMultiLevelHierarchy"/>
    <dgm:cxn modelId="{E484F648-35F3-1F46-92C1-BCE887FAF768}" type="presParOf" srcId="{D01A8CC9-8E2B-7E48-B923-7AAE319A4434}" destId="{7A97B0D2-2AF3-8246-A892-69640516655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D4FDE-D290-D841-B690-DEEE64E87083}">
      <dsp:nvSpPr>
        <dsp:cNvPr id="0" name=""/>
        <dsp:cNvSpPr/>
      </dsp:nvSpPr>
      <dsp:spPr>
        <a:xfrm>
          <a:off x="1252820" y="2032000"/>
          <a:ext cx="506536" cy="976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3268" y="0"/>
              </a:lnTo>
              <a:lnTo>
                <a:pt x="253268" y="976346"/>
              </a:lnTo>
              <a:lnTo>
                <a:pt x="506536" y="9763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78590" y="2492674"/>
        <a:ext cx="54996" cy="54996"/>
      </dsp:txXfrm>
    </dsp:sp>
    <dsp:sp modelId="{91941C79-E489-BA48-945D-F3913D792292}">
      <dsp:nvSpPr>
        <dsp:cNvPr id="0" name=""/>
        <dsp:cNvSpPr/>
      </dsp:nvSpPr>
      <dsp:spPr>
        <a:xfrm>
          <a:off x="1252820" y="1986280"/>
          <a:ext cx="5065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3268" y="45720"/>
              </a:lnTo>
              <a:lnTo>
                <a:pt x="253268" y="63058"/>
              </a:lnTo>
              <a:lnTo>
                <a:pt x="506536" y="6305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93417" y="2019329"/>
        <a:ext cx="25341" cy="25341"/>
      </dsp:txXfrm>
    </dsp:sp>
    <dsp:sp modelId="{BF243686-EE3C-3F43-BA82-29F48563D0C8}">
      <dsp:nvSpPr>
        <dsp:cNvPr id="0" name=""/>
        <dsp:cNvSpPr/>
      </dsp:nvSpPr>
      <dsp:spPr>
        <a:xfrm>
          <a:off x="1252820" y="1072992"/>
          <a:ext cx="506536" cy="959007"/>
        </a:xfrm>
        <a:custGeom>
          <a:avLst/>
          <a:gdLst/>
          <a:ahLst/>
          <a:cxnLst/>
          <a:rect l="0" t="0" r="0" b="0"/>
          <a:pathLst>
            <a:path>
              <a:moveTo>
                <a:pt x="0" y="959007"/>
              </a:moveTo>
              <a:lnTo>
                <a:pt x="253268" y="959007"/>
              </a:lnTo>
              <a:lnTo>
                <a:pt x="253268" y="0"/>
              </a:lnTo>
              <a:lnTo>
                <a:pt x="506536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78974" y="1525382"/>
        <a:ext cx="54228" cy="54228"/>
      </dsp:txXfrm>
    </dsp:sp>
    <dsp:sp modelId="{65620531-8CBB-A34E-89F5-FEEE3DABAE4E}">
      <dsp:nvSpPr>
        <dsp:cNvPr id="0" name=""/>
        <dsp:cNvSpPr/>
      </dsp:nvSpPr>
      <dsp:spPr>
        <a:xfrm rot="16200000">
          <a:off x="-1165259" y="1645920"/>
          <a:ext cx="4064000" cy="772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Control</a:t>
          </a:r>
        </a:p>
      </dsp:txBody>
      <dsp:txXfrm>
        <a:off x="-1165259" y="1645920"/>
        <a:ext cx="4064000" cy="772160"/>
      </dsp:txXfrm>
    </dsp:sp>
    <dsp:sp modelId="{AFE119FC-635E-B74C-BD03-1AA0B127ECFF}">
      <dsp:nvSpPr>
        <dsp:cNvPr id="0" name=""/>
        <dsp:cNvSpPr/>
      </dsp:nvSpPr>
      <dsp:spPr>
        <a:xfrm>
          <a:off x="1759357" y="669573"/>
          <a:ext cx="4059057" cy="8068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 have</a:t>
          </a:r>
          <a:r>
            <a:rPr lang="en-US" sz="18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the right to access and download your personal data stored by us.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59357" y="669573"/>
        <a:ext cx="4059057" cy="806837"/>
      </dsp:txXfrm>
    </dsp:sp>
    <dsp:sp modelId="{697DE2D2-20AD-F043-B232-00306A928CBF}">
      <dsp:nvSpPr>
        <dsp:cNvPr id="0" name=""/>
        <dsp:cNvSpPr/>
      </dsp:nvSpPr>
      <dsp:spPr>
        <a:xfrm>
          <a:off x="1759357" y="1669451"/>
          <a:ext cx="4088766" cy="75977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 can</a:t>
          </a:r>
          <a:r>
            <a:rPr lang="en-US" sz="18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manage your privacy by using Facebook’s settings.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59357" y="1669451"/>
        <a:ext cx="4088766" cy="759774"/>
      </dsp:txXfrm>
    </dsp:sp>
    <dsp:sp modelId="{AD902DC8-E77C-1642-A0BC-42BD961D7DFC}">
      <dsp:nvSpPr>
        <dsp:cNvPr id="0" name=""/>
        <dsp:cNvSpPr/>
      </dsp:nvSpPr>
      <dsp:spPr>
        <a:xfrm>
          <a:off x="1759357" y="2622266"/>
          <a:ext cx="4168216" cy="7721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 also can</a:t>
          </a:r>
          <a:r>
            <a:rPr lang="en-US" sz="18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delete your account or specific information if desired</a:t>
          </a:r>
          <a:r>
            <a:rPr lang="en-US" sz="1800" b="0" i="0" u="none" kern="1200" dirty="0"/>
            <a:t>.</a:t>
          </a:r>
          <a:endParaRPr lang="en-US" sz="1800" kern="1200" dirty="0"/>
        </a:p>
      </dsp:txBody>
      <dsp:txXfrm>
        <a:off x="1759357" y="2622266"/>
        <a:ext cx="4168216" cy="772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8ceba84788_0_3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8ceba84788_0_3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8ceba84788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8ceba84788_0_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8ceba84788_0_2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8ceba84788_0_2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8ceba84788_0_1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8ceba84788_0_1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4D8BAA24-D67E-14C6-7250-DF979343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695E26C4-D5A2-BF72-CEAD-22487DEFF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4629BAB4-BC7E-5C09-604C-528BC486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888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294F12E1-63A5-852F-8552-2CAFD52F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9B307EAA-0338-2318-57C9-B405767B4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B3DC4C89-A39B-CAD0-C189-3404054B0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331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D8050616-A32E-2EBD-E6B9-93380C40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6944C96E-CB6C-BC6F-16FB-678F68131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574B89BB-3CA9-3A15-6D7E-4C4C3FFF0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9110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8ceba84788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8ceba84788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F262C9D7-9948-433C-816B-90B6E6BC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5734B110-9372-78B4-73DD-6E2202BBD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622DB69-3062-15A7-16AC-4B5B76D43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11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E3BBBE32-67AB-A9E3-219F-8BF00109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77D424C6-83B1-AB82-C9F3-6B3C87FF7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A206913-7CED-F582-F6B4-BC7B09B86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1459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C0D9802C-AE07-10CF-FE23-2DE8BF90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4F1AE61B-0C76-56DF-63C0-2F322E532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EEE56EB-137E-8B78-40A1-F3CE8AD8C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182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173E0C07-36F4-2B36-C97E-49D288F0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B363749D-344D-A20B-16F5-2D3711DBD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D9153A0A-9C56-4A62-9DE2-F9079DA4D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6045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BF15EF59-35EB-EAF2-FA9D-53A62061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2343D620-6FD4-C5C2-C44B-B4A10AB75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0F7401F0-68D0-2275-65DF-ED4FA2F9D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3859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7F1E2C9A-953C-9CDA-A23B-491F5121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11D99357-15FA-6286-D206-73AAD9101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059CA92-FB14-E68E-2B9E-B583050F2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494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0704BA41-B54A-F8ED-C348-7DBE35A7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ED10B535-38F0-90C0-0E8F-72DD72DE2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719A5361-C092-E8F8-29F3-0F99860AA7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7524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8ceba84788_0_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8ceba84788_0_7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31A26E83-8406-A407-A73F-E8733EB6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11482D36-F1AD-9337-975C-06522286B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AFDF1E96-923D-B279-99C4-3A782DD194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3636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9AC79CD0-DF5F-908A-BFF1-2CFBB751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DCF3C83C-1B18-A9DD-DC87-CD73E249A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868C6D45-F6F3-CBEE-17D8-8C4DE3D06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5853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6A52E7E9-D5A0-9E12-88E7-7F337DD4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2E45E44F-4459-B6A7-F230-CA19A6DC2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E8F1C429-73BE-3B87-89EE-7C6497F5C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058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84FB823F-B0BD-2B05-367D-F799182C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C271DC3F-6DF4-0923-8806-FB9DA278C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1FBCE2C4-724C-B7E9-96FF-B4F6D5A8B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14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D99F34CE-5158-CD71-DAEC-D63C6838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616D3A70-FF30-3839-3C8A-4AB971EAE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CCD4896-9BD4-D774-1D19-C22A06340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4705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8DA17BC7-7367-22AB-3511-93DCF447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2F3E606D-91E7-C4D3-7680-4B4C443F3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A99FED10-D793-2CBC-81BF-517CE9D14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373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F1DA6CB7-82BF-CBCD-90CF-3CE5198B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A0F5470C-0A1A-F68F-E4F7-02BABD096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7D149268-9E95-EF6D-7497-55D10740D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833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C5787151-96E6-3F89-E454-3BF3B028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66BE2515-3866-B063-F9E0-D9E00D5DF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2C629FF4-DE9F-6F87-AFE2-4294C400D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84910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4B6790BC-D6B0-7550-172C-F214D26D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1EB29E91-E949-0452-3FC4-BBD4E2793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8FA97122-D8A8-86B7-B17A-CB51F910C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7738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79E669DC-54F7-DD90-EB4C-B0B195DB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40FD670C-1A41-58A4-A9B1-11F6079F5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019DC144-A543-50C9-24D7-3098BEE01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2334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74E1E047-BA5B-DEB3-A5DE-28E6263C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FC2DB0BF-FFC4-CD28-32C4-802CD8B47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DF1DEC6C-1717-A2AA-55AD-D95C148DF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650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20C16A3B-98B8-7436-E1DF-EE1ADFE5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A9218439-3474-72F9-945D-A01B9A1BB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BDEFC542-181D-5FA4-9516-02864D2A4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9263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8ceba84788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8ceba84788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8">
          <a:extLst>
            <a:ext uri="{FF2B5EF4-FFF2-40B4-BE49-F238E27FC236}">
              <a16:creationId xmlns:a16="http://schemas.microsoft.com/office/drawing/2014/main" id="{A720B552-ABAB-8A1B-1F59-CCA686AD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8ceba84788_0_1165:notes">
            <a:extLst>
              <a:ext uri="{FF2B5EF4-FFF2-40B4-BE49-F238E27FC236}">
                <a16:creationId xmlns:a16="http://schemas.microsoft.com/office/drawing/2014/main" id="{7104CAD2-29C9-7897-8C18-E3D6ADB0E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8ceba84788_0_1165:notes">
            <a:extLst>
              <a:ext uri="{FF2B5EF4-FFF2-40B4-BE49-F238E27FC236}">
                <a16:creationId xmlns:a16="http://schemas.microsoft.com/office/drawing/2014/main" id="{0C72DFE1-0FD2-89F6-D9D1-6E4E27CC2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686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AC85A395-74A3-08F4-C759-11756AE8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E3DB0628-557E-D25C-4EFA-FA8352F5B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FF408034-AF4D-5ACC-703B-704B944EF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18749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91BC4DE7-6076-CD88-CFC6-17F7FC33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B087C433-8337-8769-599A-5BA93B3F2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AF5D1F11-140E-B311-5D3B-82977E4C2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27667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9CB0EA28-5767-D1C8-73A1-B84E3A22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9E99A5C1-512E-B666-9A8D-1BFED9CD7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10F3B8DD-F4AA-A44D-E9C5-BB2AF6599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3957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C6893C70-A315-22FC-BE1A-06975ECB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03DD7416-E0BA-E4FA-1715-1A0B8F461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900A8F9E-8015-6392-2EE3-92D07CE2F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30047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E25B7CE8-BA00-6FB6-2570-5C25A097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1576C252-D451-EDBE-8639-03C3AD2F2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B1ED8074-4C09-C945-D494-5D85CF1CC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87298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69905F9A-ACA4-E4DD-40BB-F88A8631A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8c835154f2_0_218:notes">
            <a:extLst>
              <a:ext uri="{FF2B5EF4-FFF2-40B4-BE49-F238E27FC236}">
                <a16:creationId xmlns:a16="http://schemas.microsoft.com/office/drawing/2014/main" id="{0926C5C8-2EEB-6D31-2669-801542DA7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8c835154f2_0_218:notes">
            <a:extLst>
              <a:ext uri="{FF2B5EF4-FFF2-40B4-BE49-F238E27FC236}">
                <a16:creationId xmlns:a16="http://schemas.microsoft.com/office/drawing/2014/main" id="{07D73C42-5C43-FC55-8F2C-CD8A00965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09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2770">
            <a:off x="3143723" y="-723971"/>
            <a:ext cx="8629335" cy="7691461"/>
            <a:chOff x="1543903" y="1051131"/>
            <a:chExt cx="4579322" cy="4218197"/>
          </a:xfrm>
        </p:grpSpPr>
        <p:sp>
          <p:nvSpPr>
            <p:cNvPr id="12" name="Google Shape;12;p2"/>
            <p:cNvSpPr/>
            <p:nvPr/>
          </p:nvSpPr>
          <p:spPr>
            <a:xfrm>
              <a:off x="1543903" y="1051131"/>
              <a:ext cx="4579322" cy="4218197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 rot="1379863">
            <a:off x="70508" y="-2722483"/>
            <a:ext cx="9675891" cy="9454917"/>
            <a:chOff x="1786775" y="1002200"/>
            <a:chExt cx="3861800" cy="3712875"/>
          </a:xfrm>
        </p:grpSpPr>
        <p:sp>
          <p:nvSpPr>
            <p:cNvPr id="26" name="Google Shape;26;p4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221188" y="1980750"/>
            <a:ext cx="20058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5352950" y="2616288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ubTitle" idx="2"/>
          </p:nvPr>
        </p:nvSpPr>
        <p:spPr>
          <a:xfrm>
            <a:off x="5352950" y="1894263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3"/>
          </p:nvPr>
        </p:nvSpPr>
        <p:spPr>
          <a:xfrm>
            <a:off x="5352950" y="1172225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4"/>
          </p:nvPr>
        </p:nvSpPr>
        <p:spPr>
          <a:xfrm>
            <a:off x="5352950" y="3338875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459725" y="2545078"/>
            <a:ext cx="2519400" cy="13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2"/>
          </p:nvPr>
        </p:nvSpPr>
        <p:spPr>
          <a:xfrm>
            <a:off x="5164925" y="2545078"/>
            <a:ext cx="2519400" cy="13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3"/>
          </p:nvPr>
        </p:nvSpPr>
        <p:spPr>
          <a:xfrm>
            <a:off x="1579838" y="2086825"/>
            <a:ext cx="22791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4"/>
          </p:nvPr>
        </p:nvSpPr>
        <p:spPr>
          <a:xfrm>
            <a:off x="5285063" y="2086825"/>
            <a:ext cx="22791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3900" y="736062"/>
            <a:ext cx="3114300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23900" y="1828500"/>
            <a:ext cx="4308600" cy="27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8"/>
          <p:cNvGrpSpPr/>
          <p:nvPr/>
        </p:nvGrpSpPr>
        <p:grpSpPr>
          <a:xfrm rot="-6901726">
            <a:off x="-2319547" y="-2509460"/>
            <a:ext cx="10526452" cy="10365738"/>
            <a:chOff x="1132290" y="467842"/>
            <a:chExt cx="5085019" cy="4954098"/>
          </a:xfrm>
        </p:grpSpPr>
        <p:sp>
          <p:nvSpPr>
            <p:cNvPr id="49" name="Google Shape;49;p8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27800" y="1790250"/>
            <a:ext cx="498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627800" y="2632050"/>
            <a:ext cx="4982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3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 rot="1352959">
            <a:off x="-638950" y="-2952197"/>
            <a:ext cx="10421907" cy="10114552"/>
            <a:chOff x="1786775" y="1002200"/>
            <a:chExt cx="3861800" cy="3712875"/>
          </a:xfrm>
        </p:grpSpPr>
        <p:sp>
          <p:nvSpPr>
            <p:cNvPr id="56" name="Google Shape;56;p9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11688" y="448056"/>
            <a:ext cx="8520600" cy="5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None/>
              <a:defRPr sz="4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916062" y="4010475"/>
            <a:ext cx="2682900" cy="5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202875" y="1025725"/>
            <a:ext cx="67383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2860875" y="2486020"/>
            <a:ext cx="3422100" cy="3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/>
          <p:nvPr/>
        </p:nvSpPr>
        <p:spPr>
          <a:xfrm rot="4368625">
            <a:off x="8372040" y="3442794"/>
            <a:ext cx="349198" cy="3491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0"/>
          <p:cNvSpPr/>
          <p:nvPr/>
        </p:nvSpPr>
        <p:spPr>
          <a:xfrm rot="4357755">
            <a:off x="8166845" y="3324003"/>
            <a:ext cx="122591" cy="12259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551550" y="405250"/>
            <a:ext cx="573900" cy="573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455550" y="979150"/>
            <a:ext cx="134400" cy="134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8596175" y="315100"/>
            <a:ext cx="225000" cy="224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4"/>
          <p:cNvGrpSpPr/>
          <p:nvPr/>
        </p:nvGrpSpPr>
        <p:grpSpPr>
          <a:xfrm rot="1351513">
            <a:off x="-417957" y="-2365234"/>
            <a:ext cx="9979855" cy="9594854"/>
            <a:chOff x="1786775" y="1002200"/>
            <a:chExt cx="3861800" cy="3712875"/>
          </a:xfrm>
        </p:grpSpPr>
        <p:sp>
          <p:nvSpPr>
            <p:cNvPr id="82" name="Google Shape;82;p14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text">
  <p:cSld name="CUSTOM_2">
    <p:bg>
      <p:bgPr>
        <a:solidFill>
          <a:schemeClr val="accent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 rot="-2808582" flipH="1">
            <a:off x="-769895" y="-1911250"/>
            <a:ext cx="9580815" cy="9304939"/>
            <a:chOff x="1786775" y="1002200"/>
            <a:chExt cx="3861800" cy="3712875"/>
          </a:xfrm>
        </p:grpSpPr>
        <p:sp>
          <p:nvSpPr>
            <p:cNvPr id="88" name="Google Shape;88;p15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40975" y="39250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2"/>
          </p:nvPr>
        </p:nvSpPr>
        <p:spPr>
          <a:xfrm>
            <a:off x="940975" y="276685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940975" y="16086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4"/>
          </p:nvPr>
        </p:nvSpPr>
        <p:spPr>
          <a:xfrm>
            <a:off x="940975" y="35076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A5B7C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5"/>
          </p:nvPr>
        </p:nvSpPr>
        <p:spPr>
          <a:xfrm>
            <a:off x="940975" y="23387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445D7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6"/>
          </p:nvPr>
        </p:nvSpPr>
        <p:spPr>
          <a:xfrm>
            <a:off x="940975" y="11698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deas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277656">
            <a:off x="269403" y="-2543413"/>
            <a:ext cx="10832132" cy="10325869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685800" y="538325"/>
            <a:ext cx="388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4995225" y="3012245"/>
            <a:ext cx="312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2"/>
          </p:nvPr>
        </p:nvSpPr>
        <p:spPr>
          <a:xfrm>
            <a:off x="4995225" y="2672145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3"/>
          </p:nvPr>
        </p:nvSpPr>
        <p:spPr>
          <a:xfrm>
            <a:off x="4995225" y="4046636"/>
            <a:ext cx="312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4"/>
          </p:nvPr>
        </p:nvSpPr>
        <p:spPr>
          <a:xfrm>
            <a:off x="4995225" y="3706536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5"/>
          </p:nvPr>
        </p:nvSpPr>
        <p:spPr>
          <a:xfrm>
            <a:off x="4995225" y="1977865"/>
            <a:ext cx="312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6"/>
          </p:nvPr>
        </p:nvSpPr>
        <p:spPr>
          <a:xfrm>
            <a:off x="4995225" y="1637766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7"/>
          </p:nvPr>
        </p:nvSpPr>
        <p:spPr>
          <a:xfrm>
            <a:off x="4993825" y="943488"/>
            <a:ext cx="312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8"/>
          </p:nvPr>
        </p:nvSpPr>
        <p:spPr>
          <a:xfrm>
            <a:off x="4993825" y="603388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9"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1"/>
          </p:nvPr>
        </p:nvSpPr>
        <p:spPr>
          <a:xfrm>
            <a:off x="524811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2"/>
          </p:nvPr>
        </p:nvSpPr>
        <p:spPr>
          <a:xfrm>
            <a:off x="3506266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3"/>
          </p:nvPr>
        </p:nvSpPr>
        <p:spPr>
          <a:xfrm>
            <a:off x="691461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4"/>
          </p:nvPr>
        </p:nvSpPr>
        <p:spPr>
          <a:xfrm>
            <a:off x="3672816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ubTitle" idx="5"/>
          </p:nvPr>
        </p:nvSpPr>
        <p:spPr>
          <a:xfrm>
            <a:off x="6487722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6"/>
          </p:nvPr>
        </p:nvSpPr>
        <p:spPr>
          <a:xfrm>
            <a:off x="6654284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text lines 2">
  <p:cSld name="CUSTOM_14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7"/>
          <p:cNvGrpSpPr/>
          <p:nvPr/>
        </p:nvGrpSpPr>
        <p:grpSpPr>
          <a:xfrm rot="1351476">
            <a:off x="-930621" y="-2956783"/>
            <a:ext cx="11005343" cy="10580795"/>
            <a:chOff x="1786775" y="1002200"/>
            <a:chExt cx="3861800" cy="3712875"/>
          </a:xfrm>
        </p:grpSpPr>
        <p:sp>
          <p:nvSpPr>
            <p:cNvPr id="211" name="Google Shape;211;p27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27"/>
          <p:cNvSpPr txBox="1">
            <a:spLocks noGrp="1"/>
          </p:cNvSpPr>
          <p:nvPr>
            <p:ph type="subTitle" idx="1"/>
          </p:nvPr>
        </p:nvSpPr>
        <p:spPr>
          <a:xfrm>
            <a:off x="888763" y="35155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subTitle" idx="2"/>
          </p:nvPr>
        </p:nvSpPr>
        <p:spPr>
          <a:xfrm>
            <a:off x="5775188" y="19768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subTitle" idx="3"/>
          </p:nvPr>
        </p:nvSpPr>
        <p:spPr>
          <a:xfrm>
            <a:off x="905038" y="19874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4"/>
          </p:nvPr>
        </p:nvSpPr>
        <p:spPr>
          <a:xfrm>
            <a:off x="888763" y="3098075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5"/>
          </p:nvPr>
        </p:nvSpPr>
        <p:spPr>
          <a:xfrm>
            <a:off x="577518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6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7"/>
          </p:nvPr>
        </p:nvSpPr>
        <p:spPr>
          <a:xfrm>
            <a:off x="5775188" y="3505238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8"/>
          </p:nvPr>
        </p:nvSpPr>
        <p:spPr>
          <a:xfrm>
            <a:off x="5775188" y="3077138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3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0" r:id="rId9"/>
    <p:sldLayoutId id="2147483661" r:id="rId10"/>
    <p:sldLayoutId id="2147483666" r:id="rId11"/>
    <p:sldLayoutId id="2147483668" r:id="rId12"/>
    <p:sldLayoutId id="2147483673" r:id="rId13"/>
    <p:sldLayoutId id="214748368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content.time.com/time/magazine/article/0,9171,1990798-4,00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11" Type="http://schemas.openxmlformats.org/officeDocument/2006/relationships/image" Target="../media/image27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>
            <a:spLocks noGrp="1"/>
          </p:cNvSpPr>
          <p:nvPr>
            <p:ph type="ctrTitle"/>
          </p:nvPr>
        </p:nvSpPr>
        <p:spPr>
          <a:xfrm>
            <a:off x="273617" y="534963"/>
            <a:ext cx="4822483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Facebook Privacy Policy</a:t>
            </a:r>
            <a:endParaRPr dirty="0"/>
          </a:p>
        </p:txBody>
      </p:sp>
      <p:sp>
        <p:nvSpPr>
          <p:cNvPr id="538" name="Google Shape;538;p43"/>
          <p:cNvSpPr txBox="1">
            <a:spLocks noGrp="1"/>
          </p:cNvSpPr>
          <p:nvPr>
            <p:ph type="subTitle" idx="1"/>
          </p:nvPr>
        </p:nvSpPr>
        <p:spPr>
          <a:xfrm>
            <a:off x="685800" y="2278344"/>
            <a:ext cx="4410300" cy="1290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aramond" panose="02020404030301010803" pitchFamily="18" charset="0"/>
              </a:rPr>
              <a:t>Project By: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/>
            <a:r>
              <a:rPr lang="en-US" b="1" i="0" u="none" strike="noStrike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  <a:t>Jahnavi Neelam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Trilok Dhanekula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Sai Siva Deekshita Chithajhallu</a:t>
            </a:r>
            <a:endParaRPr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8744835" y="1740294"/>
            <a:ext cx="125548" cy="125309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0" name="Google Shape;540;p43"/>
          <p:cNvGrpSpPr/>
          <p:nvPr/>
        </p:nvGrpSpPr>
        <p:grpSpPr>
          <a:xfrm>
            <a:off x="3985938" y="1810951"/>
            <a:ext cx="4984663" cy="2847244"/>
            <a:chOff x="911375" y="1466875"/>
            <a:chExt cx="5837525" cy="3334400"/>
          </a:xfrm>
        </p:grpSpPr>
        <p:sp>
          <p:nvSpPr>
            <p:cNvPr id="541" name="Google Shape;541;p43"/>
            <p:cNvSpPr/>
            <p:nvPr/>
          </p:nvSpPr>
          <p:spPr>
            <a:xfrm>
              <a:off x="2808825" y="1520075"/>
              <a:ext cx="3212100" cy="2152025"/>
            </a:xfrm>
            <a:custGeom>
              <a:avLst/>
              <a:gdLst/>
              <a:ahLst/>
              <a:cxnLst/>
              <a:rect l="l" t="t" r="r" b="b"/>
              <a:pathLst>
                <a:path w="128484" h="86081" extrusionOk="0">
                  <a:moveTo>
                    <a:pt x="1" y="0"/>
                  </a:moveTo>
                  <a:lnTo>
                    <a:pt x="1" y="86081"/>
                  </a:lnTo>
                  <a:lnTo>
                    <a:pt x="128483" y="86081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2808825" y="1520075"/>
              <a:ext cx="3212100" cy="215075"/>
            </a:xfrm>
            <a:custGeom>
              <a:avLst/>
              <a:gdLst/>
              <a:ahLst/>
              <a:cxnLst/>
              <a:rect l="l" t="t" r="r" b="b"/>
              <a:pathLst>
                <a:path w="128484" h="8603" extrusionOk="0">
                  <a:moveTo>
                    <a:pt x="1" y="0"/>
                  </a:moveTo>
                  <a:lnTo>
                    <a:pt x="1" y="8602"/>
                  </a:lnTo>
                  <a:lnTo>
                    <a:pt x="128483" y="8602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2886350" y="1603625"/>
              <a:ext cx="62625" cy="51950"/>
            </a:xfrm>
            <a:custGeom>
              <a:avLst/>
              <a:gdLst/>
              <a:ahLst/>
              <a:cxnLst/>
              <a:rect l="l" t="t" r="r" b="b"/>
              <a:pathLst>
                <a:path w="2505" h="2078" extrusionOk="0">
                  <a:moveTo>
                    <a:pt x="1456" y="0"/>
                  </a:moveTo>
                  <a:cubicBezTo>
                    <a:pt x="1437" y="0"/>
                    <a:pt x="1418" y="1"/>
                    <a:pt x="1398" y="2"/>
                  </a:cubicBezTo>
                  <a:cubicBezTo>
                    <a:pt x="456" y="2"/>
                    <a:pt x="0" y="1157"/>
                    <a:pt x="699" y="1795"/>
                  </a:cubicBezTo>
                  <a:cubicBezTo>
                    <a:pt x="913" y="1990"/>
                    <a:pt x="1167" y="2078"/>
                    <a:pt x="1414" y="2078"/>
                  </a:cubicBezTo>
                  <a:cubicBezTo>
                    <a:pt x="1975" y="2078"/>
                    <a:pt x="2504" y="1629"/>
                    <a:pt x="2462" y="974"/>
                  </a:cubicBezTo>
                  <a:cubicBezTo>
                    <a:pt x="2433" y="416"/>
                    <a:pt x="2006" y="0"/>
                    <a:pt x="1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29706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6" y="0"/>
                    <a:pt x="1418" y="1"/>
                    <a:pt x="1399" y="2"/>
                  </a:cubicBezTo>
                  <a:cubicBezTo>
                    <a:pt x="457" y="2"/>
                    <a:pt x="1" y="1157"/>
                    <a:pt x="670" y="1795"/>
                  </a:cubicBezTo>
                  <a:cubicBezTo>
                    <a:pt x="883" y="1990"/>
                    <a:pt x="1137" y="2078"/>
                    <a:pt x="1384" y="2078"/>
                  </a:cubicBezTo>
                  <a:cubicBezTo>
                    <a:pt x="1946" y="2078"/>
                    <a:pt x="2475" y="1629"/>
                    <a:pt x="2433" y="974"/>
                  </a:cubicBezTo>
                  <a:cubicBezTo>
                    <a:pt x="2403" y="416"/>
                    <a:pt x="1977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30542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5" y="0"/>
                    <a:pt x="1417" y="1"/>
                    <a:pt x="1399" y="2"/>
                  </a:cubicBezTo>
                  <a:cubicBezTo>
                    <a:pt x="456" y="2"/>
                    <a:pt x="0" y="1157"/>
                    <a:pt x="700" y="1795"/>
                  </a:cubicBezTo>
                  <a:cubicBezTo>
                    <a:pt x="904" y="1990"/>
                    <a:pt x="1151" y="2078"/>
                    <a:pt x="1394" y="2078"/>
                  </a:cubicBezTo>
                  <a:cubicBezTo>
                    <a:pt x="1945" y="2078"/>
                    <a:pt x="2474" y="1629"/>
                    <a:pt x="2432" y="974"/>
                  </a:cubicBezTo>
                  <a:cubicBezTo>
                    <a:pt x="2403" y="416"/>
                    <a:pt x="1976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6158425" y="1466875"/>
              <a:ext cx="351875" cy="369325"/>
            </a:xfrm>
            <a:custGeom>
              <a:avLst/>
              <a:gdLst/>
              <a:ahLst/>
              <a:cxnLst/>
              <a:rect l="l" t="t" r="r" b="b"/>
              <a:pathLst>
                <a:path w="14075" h="14773" extrusionOk="0">
                  <a:moveTo>
                    <a:pt x="7053" y="1"/>
                  </a:moveTo>
                  <a:cubicBezTo>
                    <a:pt x="5016" y="1"/>
                    <a:pt x="3344" y="1764"/>
                    <a:pt x="3344" y="3952"/>
                  </a:cubicBezTo>
                  <a:cubicBezTo>
                    <a:pt x="3314" y="5533"/>
                    <a:pt x="4226" y="6992"/>
                    <a:pt x="5715" y="7630"/>
                  </a:cubicBezTo>
                  <a:cubicBezTo>
                    <a:pt x="1" y="8511"/>
                    <a:pt x="244" y="14712"/>
                    <a:pt x="244" y="14712"/>
                  </a:cubicBezTo>
                  <a:lnTo>
                    <a:pt x="13770" y="14773"/>
                  </a:lnTo>
                  <a:cubicBezTo>
                    <a:pt x="13770" y="14773"/>
                    <a:pt x="14074" y="8511"/>
                    <a:pt x="8390" y="7660"/>
                  </a:cubicBezTo>
                  <a:cubicBezTo>
                    <a:pt x="9849" y="6992"/>
                    <a:pt x="10791" y="5563"/>
                    <a:pt x="10761" y="3982"/>
                  </a:cubicBezTo>
                  <a:cubicBezTo>
                    <a:pt x="10761" y="1794"/>
                    <a:pt x="9120" y="1"/>
                    <a:pt x="70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3"/>
            <p:cNvSpPr/>
            <p:nvPr/>
          </p:nvSpPr>
          <p:spPr>
            <a:xfrm>
              <a:off x="911375" y="4541400"/>
              <a:ext cx="5837525" cy="5325"/>
            </a:xfrm>
            <a:custGeom>
              <a:avLst/>
              <a:gdLst/>
              <a:ahLst/>
              <a:cxnLst/>
              <a:rect l="l" t="t" r="r" b="b"/>
              <a:pathLst>
                <a:path w="233501" h="213" extrusionOk="0">
                  <a:moveTo>
                    <a:pt x="116750" y="0"/>
                  </a:moveTo>
                  <a:cubicBezTo>
                    <a:pt x="52281" y="0"/>
                    <a:pt x="1" y="30"/>
                    <a:pt x="1" y="122"/>
                  </a:cubicBezTo>
                  <a:cubicBezTo>
                    <a:pt x="1" y="182"/>
                    <a:pt x="52281" y="213"/>
                    <a:pt x="116750" y="213"/>
                  </a:cubicBezTo>
                  <a:cubicBezTo>
                    <a:pt x="181250" y="213"/>
                    <a:pt x="233500" y="152"/>
                    <a:pt x="233500" y="122"/>
                  </a:cubicBezTo>
                  <a:cubicBezTo>
                    <a:pt x="233500" y="61"/>
                    <a:pt x="181250" y="0"/>
                    <a:pt x="116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3"/>
            <p:cNvSpPr/>
            <p:nvPr/>
          </p:nvSpPr>
          <p:spPr>
            <a:xfrm>
              <a:off x="2101375" y="1686475"/>
              <a:ext cx="3435500" cy="2856450"/>
            </a:xfrm>
            <a:custGeom>
              <a:avLst/>
              <a:gdLst/>
              <a:ahLst/>
              <a:cxnLst/>
              <a:rect l="l" t="t" r="r" b="b"/>
              <a:pathLst>
                <a:path w="137420" h="114258" extrusionOk="0">
                  <a:moveTo>
                    <a:pt x="4043" y="1"/>
                  </a:moveTo>
                  <a:cubicBezTo>
                    <a:pt x="1824" y="1"/>
                    <a:pt x="0" y="1794"/>
                    <a:pt x="0" y="4044"/>
                  </a:cubicBezTo>
                  <a:lnTo>
                    <a:pt x="0" y="95413"/>
                  </a:lnTo>
                  <a:cubicBezTo>
                    <a:pt x="0" y="97632"/>
                    <a:pt x="1824" y="99425"/>
                    <a:pt x="4043" y="99425"/>
                  </a:cubicBezTo>
                  <a:lnTo>
                    <a:pt x="53679" y="99425"/>
                  </a:lnTo>
                  <a:cubicBezTo>
                    <a:pt x="53679" y="99425"/>
                    <a:pt x="56840" y="109212"/>
                    <a:pt x="47053" y="114258"/>
                  </a:cubicBezTo>
                  <a:lnTo>
                    <a:pt x="93467" y="114258"/>
                  </a:lnTo>
                  <a:cubicBezTo>
                    <a:pt x="93467" y="114258"/>
                    <a:pt x="82433" y="110458"/>
                    <a:pt x="85260" y="99425"/>
                  </a:cubicBezTo>
                  <a:lnTo>
                    <a:pt x="133377" y="99425"/>
                  </a:lnTo>
                  <a:cubicBezTo>
                    <a:pt x="135626" y="99425"/>
                    <a:pt x="137419" y="97632"/>
                    <a:pt x="137419" y="95413"/>
                  </a:cubicBezTo>
                  <a:lnTo>
                    <a:pt x="137419" y="4044"/>
                  </a:lnTo>
                  <a:cubicBezTo>
                    <a:pt x="137419" y="1794"/>
                    <a:pt x="135626" y="1"/>
                    <a:pt x="1333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3"/>
            <p:cNvSpPr/>
            <p:nvPr/>
          </p:nvSpPr>
          <p:spPr>
            <a:xfrm>
              <a:off x="3734975" y="3912725"/>
              <a:ext cx="161625" cy="121325"/>
            </a:xfrm>
            <a:custGeom>
              <a:avLst/>
              <a:gdLst/>
              <a:ahLst/>
              <a:cxnLst/>
              <a:rect l="l" t="t" r="r" b="b"/>
              <a:pathLst>
                <a:path w="6465" h="4853" extrusionOk="0">
                  <a:moveTo>
                    <a:pt x="3236" y="0"/>
                  </a:moveTo>
                  <a:cubicBezTo>
                    <a:pt x="1379" y="0"/>
                    <a:pt x="0" y="2116"/>
                    <a:pt x="1375" y="4083"/>
                  </a:cubicBezTo>
                  <a:cubicBezTo>
                    <a:pt x="1436" y="4144"/>
                    <a:pt x="1496" y="4235"/>
                    <a:pt x="1588" y="4296"/>
                  </a:cubicBezTo>
                  <a:cubicBezTo>
                    <a:pt x="2143" y="4684"/>
                    <a:pt x="2709" y="4852"/>
                    <a:pt x="3235" y="4852"/>
                  </a:cubicBezTo>
                  <a:cubicBezTo>
                    <a:pt x="5098" y="4852"/>
                    <a:pt x="6465" y="2737"/>
                    <a:pt x="5114" y="770"/>
                  </a:cubicBezTo>
                  <a:cubicBezTo>
                    <a:pt x="5053" y="679"/>
                    <a:pt x="4962" y="618"/>
                    <a:pt x="4870" y="557"/>
                  </a:cubicBezTo>
                  <a:cubicBezTo>
                    <a:pt x="4322" y="169"/>
                    <a:pt x="3760" y="0"/>
                    <a:pt x="32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2174325" y="1823275"/>
              <a:ext cx="3282750" cy="1947600"/>
            </a:xfrm>
            <a:custGeom>
              <a:avLst/>
              <a:gdLst/>
              <a:ahLst/>
              <a:cxnLst/>
              <a:rect l="l" t="t" r="r" b="b"/>
              <a:pathLst>
                <a:path w="131310" h="77904" extrusionOk="0">
                  <a:moveTo>
                    <a:pt x="1246" y="0"/>
                  </a:moveTo>
                  <a:cubicBezTo>
                    <a:pt x="547" y="0"/>
                    <a:pt x="0" y="547"/>
                    <a:pt x="0" y="1246"/>
                  </a:cubicBezTo>
                  <a:lnTo>
                    <a:pt x="0" y="76658"/>
                  </a:lnTo>
                  <a:cubicBezTo>
                    <a:pt x="0" y="77357"/>
                    <a:pt x="547" y="77904"/>
                    <a:pt x="1246" y="77904"/>
                  </a:cubicBezTo>
                  <a:lnTo>
                    <a:pt x="130063" y="77904"/>
                  </a:lnTo>
                  <a:cubicBezTo>
                    <a:pt x="130763" y="77904"/>
                    <a:pt x="131310" y="77357"/>
                    <a:pt x="131310" y="76658"/>
                  </a:cubicBezTo>
                  <a:lnTo>
                    <a:pt x="131310" y="1246"/>
                  </a:lnTo>
                  <a:cubicBezTo>
                    <a:pt x="131310" y="547"/>
                    <a:pt x="130763" y="0"/>
                    <a:pt x="13006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2172057" y="1966892"/>
              <a:ext cx="3282868" cy="1804775"/>
            </a:xfrm>
            <a:custGeom>
              <a:avLst/>
              <a:gdLst/>
              <a:ahLst/>
              <a:cxnLst/>
              <a:rect l="l" t="t" r="r" b="b"/>
              <a:pathLst>
                <a:path w="131341" h="72191" extrusionOk="0">
                  <a:moveTo>
                    <a:pt x="1" y="1"/>
                  </a:moveTo>
                  <a:lnTo>
                    <a:pt x="1" y="72190"/>
                  </a:lnTo>
                  <a:lnTo>
                    <a:pt x="131341" y="72190"/>
                  </a:lnTo>
                  <a:lnTo>
                    <a:pt x="1313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3"/>
            <p:cNvSpPr/>
            <p:nvPr/>
          </p:nvSpPr>
          <p:spPr>
            <a:xfrm>
              <a:off x="2382525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57" y="1"/>
                    <a:pt x="1" y="1125"/>
                    <a:pt x="669" y="1794"/>
                  </a:cubicBezTo>
                  <a:cubicBezTo>
                    <a:pt x="874" y="1999"/>
                    <a:pt x="1131" y="2091"/>
                    <a:pt x="1386" y="2091"/>
                  </a:cubicBezTo>
                  <a:cubicBezTo>
                    <a:pt x="1929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3"/>
            <p:cNvSpPr/>
            <p:nvPr/>
          </p:nvSpPr>
          <p:spPr>
            <a:xfrm>
              <a:off x="2223700" y="1872650"/>
              <a:ext cx="60825" cy="52275"/>
            </a:xfrm>
            <a:custGeom>
              <a:avLst/>
              <a:gdLst/>
              <a:ahLst/>
              <a:cxnLst/>
              <a:rect l="l" t="t" r="r" b="b"/>
              <a:pathLst>
                <a:path w="2433" h="2091" extrusionOk="0">
                  <a:moveTo>
                    <a:pt x="1399" y="1"/>
                  </a:moveTo>
                  <a:cubicBezTo>
                    <a:pt x="457" y="1"/>
                    <a:pt x="1" y="1125"/>
                    <a:pt x="639" y="1794"/>
                  </a:cubicBezTo>
                  <a:cubicBezTo>
                    <a:pt x="853" y="1999"/>
                    <a:pt x="1114" y="2091"/>
                    <a:pt x="1370" y="2091"/>
                  </a:cubicBezTo>
                  <a:cubicBezTo>
                    <a:pt x="1913" y="2091"/>
                    <a:pt x="2433" y="1675"/>
                    <a:pt x="2433" y="1034"/>
                  </a:cubicBezTo>
                  <a:cubicBezTo>
                    <a:pt x="2433" y="457"/>
                    <a:pt x="1977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3"/>
            <p:cNvSpPr/>
            <p:nvPr/>
          </p:nvSpPr>
          <p:spPr>
            <a:xfrm>
              <a:off x="2299700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87" y="1"/>
                    <a:pt x="1" y="1125"/>
                    <a:pt x="669" y="1794"/>
                  </a:cubicBezTo>
                  <a:cubicBezTo>
                    <a:pt x="883" y="1999"/>
                    <a:pt x="1144" y="2091"/>
                    <a:pt x="1400" y="2091"/>
                  </a:cubicBezTo>
                  <a:cubicBezTo>
                    <a:pt x="1943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3431175" y="2621900"/>
              <a:ext cx="255350" cy="32700"/>
            </a:xfrm>
            <a:custGeom>
              <a:avLst/>
              <a:gdLst/>
              <a:ahLst/>
              <a:cxnLst/>
              <a:rect l="l" t="t" r="r" b="b"/>
              <a:pathLst>
                <a:path w="10214" h="1308" extrusionOk="0">
                  <a:moveTo>
                    <a:pt x="1" y="1"/>
                  </a:moveTo>
                  <a:lnTo>
                    <a:pt x="1" y="1308"/>
                  </a:lnTo>
                  <a:lnTo>
                    <a:pt x="10214" y="1308"/>
                  </a:lnTo>
                  <a:lnTo>
                    <a:pt x="102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3"/>
            <p:cNvSpPr/>
            <p:nvPr/>
          </p:nvSpPr>
          <p:spPr>
            <a:xfrm>
              <a:off x="3431175" y="2726025"/>
              <a:ext cx="1205975" cy="543325"/>
            </a:xfrm>
            <a:custGeom>
              <a:avLst/>
              <a:gdLst/>
              <a:ahLst/>
              <a:cxnLst/>
              <a:rect l="l" t="t" r="r" b="b"/>
              <a:pathLst>
                <a:path w="48239" h="21733" extrusionOk="0">
                  <a:moveTo>
                    <a:pt x="1" y="0"/>
                  </a:moveTo>
                  <a:lnTo>
                    <a:pt x="1" y="21733"/>
                  </a:lnTo>
                  <a:lnTo>
                    <a:pt x="48239" y="21733"/>
                  </a:lnTo>
                  <a:lnTo>
                    <a:pt x="482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3"/>
            <p:cNvSpPr/>
            <p:nvPr/>
          </p:nvSpPr>
          <p:spPr>
            <a:xfrm>
              <a:off x="3474500" y="2879500"/>
              <a:ext cx="1104900" cy="343500"/>
            </a:xfrm>
            <a:custGeom>
              <a:avLst/>
              <a:gdLst/>
              <a:ahLst/>
              <a:cxnLst/>
              <a:rect l="l" t="t" r="r" b="b"/>
              <a:pathLst>
                <a:path w="44196" h="13740" extrusionOk="0">
                  <a:moveTo>
                    <a:pt x="13648" y="1"/>
                  </a:moveTo>
                  <a:lnTo>
                    <a:pt x="0" y="13740"/>
                  </a:lnTo>
                  <a:lnTo>
                    <a:pt x="44196" y="13740"/>
                  </a:lnTo>
                  <a:lnTo>
                    <a:pt x="31885" y="4743"/>
                  </a:lnTo>
                  <a:lnTo>
                    <a:pt x="25502" y="10457"/>
                  </a:lnTo>
                  <a:lnTo>
                    <a:pt x="1364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4034525" y="2889400"/>
              <a:ext cx="94250" cy="80550"/>
            </a:xfrm>
            <a:custGeom>
              <a:avLst/>
              <a:gdLst/>
              <a:ahLst/>
              <a:cxnLst/>
              <a:rect l="l" t="t" r="r" b="b"/>
              <a:pathLst>
                <a:path w="3770" h="3222" extrusionOk="0">
                  <a:moveTo>
                    <a:pt x="2159" y="0"/>
                  </a:moveTo>
                  <a:cubicBezTo>
                    <a:pt x="730" y="0"/>
                    <a:pt x="1" y="1733"/>
                    <a:pt x="1034" y="2736"/>
                  </a:cubicBezTo>
                  <a:cubicBezTo>
                    <a:pt x="1360" y="3072"/>
                    <a:pt x="1763" y="3221"/>
                    <a:pt x="2159" y="3221"/>
                  </a:cubicBezTo>
                  <a:cubicBezTo>
                    <a:pt x="2981" y="3221"/>
                    <a:pt x="3770" y="2575"/>
                    <a:pt x="3770" y="1611"/>
                  </a:cubicBezTo>
                  <a:cubicBezTo>
                    <a:pt x="3770" y="699"/>
                    <a:pt x="3071" y="0"/>
                    <a:pt x="215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3473725" y="2767050"/>
              <a:ext cx="1109475" cy="458225"/>
            </a:xfrm>
            <a:custGeom>
              <a:avLst/>
              <a:gdLst/>
              <a:ahLst/>
              <a:cxnLst/>
              <a:rect l="l" t="t" r="r" b="b"/>
              <a:pathLst>
                <a:path w="44379" h="1832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2584"/>
                  </a:lnTo>
                  <a:lnTo>
                    <a:pt x="1" y="4985"/>
                  </a:lnTo>
                  <a:lnTo>
                    <a:pt x="1" y="9666"/>
                  </a:lnTo>
                  <a:cubicBezTo>
                    <a:pt x="31" y="12706"/>
                    <a:pt x="31" y="15563"/>
                    <a:pt x="31" y="18238"/>
                  </a:cubicBezTo>
                  <a:lnTo>
                    <a:pt x="31" y="18329"/>
                  </a:lnTo>
                  <a:lnTo>
                    <a:pt x="244" y="18329"/>
                  </a:lnTo>
                  <a:lnTo>
                    <a:pt x="32129" y="18268"/>
                  </a:lnTo>
                  <a:lnTo>
                    <a:pt x="40944" y="18268"/>
                  </a:lnTo>
                  <a:lnTo>
                    <a:pt x="31977" y="18238"/>
                  </a:lnTo>
                  <a:lnTo>
                    <a:pt x="458" y="18177"/>
                  </a:lnTo>
                  <a:lnTo>
                    <a:pt x="458" y="18177"/>
                  </a:lnTo>
                  <a:cubicBezTo>
                    <a:pt x="487" y="15558"/>
                    <a:pt x="487" y="12732"/>
                    <a:pt x="487" y="9727"/>
                  </a:cubicBezTo>
                  <a:lnTo>
                    <a:pt x="487" y="5046"/>
                  </a:lnTo>
                  <a:lnTo>
                    <a:pt x="487" y="274"/>
                  </a:lnTo>
                  <a:lnTo>
                    <a:pt x="43924" y="274"/>
                  </a:lnTo>
                  <a:cubicBezTo>
                    <a:pt x="43984" y="5644"/>
                    <a:pt x="44014" y="10140"/>
                    <a:pt x="44044" y="13283"/>
                  </a:cubicBezTo>
                  <a:cubicBezTo>
                    <a:pt x="44075" y="14864"/>
                    <a:pt x="44105" y="16110"/>
                    <a:pt x="44105" y="16992"/>
                  </a:cubicBezTo>
                  <a:cubicBezTo>
                    <a:pt x="44105" y="17387"/>
                    <a:pt x="44105" y="17721"/>
                    <a:pt x="44105" y="17964"/>
                  </a:cubicBezTo>
                  <a:lnTo>
                    <a:pt x="44105" y="18207"/>
                  </a:lnTo>
                  <a:cubicBezTo>
                    <a:pt x="44105" y="18238"/>
                    <a:pt x="44105" y="18268"/>
                    <a:pt x="44105" y="18299"/>
                  </a:cubicBezTo>
                  <a:cubicBezTo>
                    <a:pt x="44135" y="18299"/>
                    <a:pt x="44166" y="18207"/>
                    <a:pt x="44166" y="18147"/>
                  </a:cubicBezTo>
                  <a:lnTo>
                    <a:pt x="44166" y="17903"/>
                  </a:lnTo>
                  <a:cubicBezTo>
                    <a:pt x="44196" y="17660"/>
                    <a:pt x="44196" y="17356"/>
                    <a:pt x="44196" y="16931"/>
                  </a:cubicBezTo>
                  <a:cubicBezTo>
                    <a:pt x="44227" y="16080"/>
                    <a:pt x="44227" y="14833"/>
                    <a:pt x="44257" y="13283"/>
                  </a:cubicBezTo>
                  <a:cubicBezTo>
                    <a:pt x="44287" y="10092"/>
                    <a:pt x="44318" y="5532"/>
                    <a:pt x="44379" y="92"/>
                  </a:cubicBezTo>
                  <a:lnTo>
                    <a:pt x="4437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3438775" y="3386350"/>
              <a:ext cx="110975" cy="95075"/>
            </a:xfrm>
            <a:custGeom>
              <a:avLst/>
              <a:gdLst/>
              <a:ahLst/>
              <a:cxnLst/>
              <a:rect l="l" t="t" r="r" b="b"/>
              <a:pathLst>
                <a:path w="4439" h="3803" extrusionOk="0">
                  <a:moveTo>
                    <a:pt x="2554" y="1"/>
                  </a:moveTo>
                  <a:cubicBezTo>
                    <a:pt x="852" y="1"/>
                    <a:pt x="1" y="2037"/>
                    <a:pt x="1186" y="3223"/>
                  </a:cubicBezTo>
                  <a:cubicBezTo>
                    <a:pt x="1576" y="3623"/>
                    <a:pt x="2062" y="3803"/>
                    <a:pt x="2538" y="3803"/>
                  </a:cubicBezTo>
                  <a:cubicBezTo>
                    <a:pt x="3509" y="3803"/>
                    <a:pt x="4438" y="3057"/>
                    <a:pt x="4438" y="1916"/>
                  </a:cubicBezTo>
                  <a:cubicBezTo>
                    <a:pt x="4438" y="852"/>
                    <a:pt x="3587" y="1"/>
                    <a:pt x="255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3588475" y="34061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1"/>
                  </a:cubicBezTo>
                  <a:cubicBezTo>
                    <a:pt x="1" y="152"/>
                    <a:pt x="6718" y="182"/>
                    <a:pt x="14986" y="182"/>
                  </a:cubicBezTo>
                  <a:cubicBezTo>
                    <a:pt x="23253" y="182"/>
                    <a:pt x="29971" y="152"/>
                    <a:pt x="29971" y="91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3"/>
            <p:cNvSpPr/>
            <p:nvPr/>
          </p:nvSpPr>
          <p:spPr>
            <a:xfrm>
              <a:off x="3588475" y="3440300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3"/>
            <p:cNvSpPr/>
            <p:nvPr/>
          </p:nvSpPr>
          <p:spPr>
            <a:xfrm>
              <a:off x="3588475" y="3479825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1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2"/>
                  </a:cubicBezTo>
                  <a:cubicBezTo>
                    <a:pt x="21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3"/>
                    <a:pt x="5776" y="183"/>
                    <a:pt x="7995" y="183"/>
                  </a:cubicBezTo>
                  <a:cubicBezTo>
                    <a:pt x="10214" y="183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2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1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3453975" y="3567975"/>
              <a:ext cx="95775" cy="95775"/>
            </a:xfrm>
            <a:custGeom>
              <a:avLst/>
              <a:gdLst/>
              <a:ahLst/>
              <a:cxnLst/>
              <a:rect l="l" t="t" r="r" b="b"/>
              <a:pathLst>
                <a:path w="3831" h="3831" extrusionOk="0">
                  <a:moveTo>
                    <a:pt x="1916" y="0"/>
                  </a:moveTo>
                  <a:cubicBezTo>
                    <a:pt x="852" y="0"/>
                    <a:pt x="1" y="851"/>
                    <a:pt x="1" y="1915"/>
                  </a:cubicBezTo>
                  <a:cubicBezTo>
                    <a:pt x="1" y="2979"/>
                    <a:pt x="852" y="3830"/>
                    <a:pt x="1916" y="3830"/>
                  </a:cubicBezTo>
                  <a:cubicBezTo>
                    <a:pt x="2979" y="3830"/>
                    <a:pt x="3830" y="2979"/>
                    <a:pt x="3830" y="1915"/>
                  </a:cubicBezTo>
                  <a:cubicBezTo>
                    <a:pt x="3830" y="851"/>
                    <a:pt x="2979" y="0"/>
                    <a:pt x="19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3588475" y="3587725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3588475" y="36219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2"/>
                  </a:cubicBezTo>
                  <a:cubicBezTo>
                    <a:pt x="1" y="152"/>
                    <a:pt x="6718" y="183"/>
                    <a:pt x="14986" y="183"/>
                  </a:cubicBezTo>
                  <a:cubicBezTo>
                    <a:pt x="23253" y="183"/>
                    <a:pt x="29971" y="152"/>
                    <a:pt x="29971" y="92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3588475" y="3661450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0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1"/>
                  </a:cubicBezTo>
                  <a:cubicBezTo>
                    <a:pt x="18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2"/>
                    <a:pt x="5776" y="182"/>
                    <a:pt x="7995" y="182"/>
                  </a:cubicBezTo>
                  <a:cubicBezTo>
                    <a:pt x="10214" y="182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1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0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2174325" y="1964600"/>
              <a:ext cx="3282750" cy="538800"/>
            </a:xfrm>
            <a:custGeom>
              <a:avLst/>
              <a:gdLst/>
              <a:ahLst/>
              <a:cxnLst/>
              <a:rect l="l" t="t" r="r" b="b"/>
              <a:pathLst>
                <a:path w="131310" h="21552" extrusionOk="0">
                  <a:moveTo>
                    <a:pt x="0" y="1"/>
                  </a:moveTo>
                  <a:lnTo>
                    <a:pt x="0" y="21551"/>
                  </a:lnTo>
                  <a:lnTo>
                    <a:pt x="131310" y="21551"/>
                  </a:lnTo>
                  <a:lnTo>
                    <a:pt x="131310" y="1"/>
                  </a:lnTo>
                  <a:close/>
                </a:path>
              </a:pathLst>
            </a:custGeom>
            <a:solidFill>
              <a:srgbClr val="455A6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3628750" y="2150775"/>
              <a:ext cx="763725" cy="55500"/>
            </a:xfrm>
            <a:custGeom>
              <a:avLst/>
              <a:gdLst/>
              <a:ahLst/>
              <a:cxnLst/>
              <a:rect l="l" t="t" r="r" b="b"/>
              <a:pathLst>
                <a:path w="30549" h="2220" extrusionOk="0">
                  <a:moveTo>
                    <a:pt x="1" y="1"/>
                  </a:moveTo>
                  <a:lnTo>
                    <a:pt x="1" y="2219"/>
                  </a:lnTo>
                  <a:lnTo>
                    <a:pt x="30548" y="2219"/>
                  </a:lnTo>
                  <a:lnTo>
                    <a:pt x="305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3256400" y="2305025"/>
              <a:ext cx="1464350" cy="4600"/>
            </a:xfrm>
            <a:custGeom>
              <a:avLst/>
              <a:gdLst/>
              <a:ahLst/>
              <a:cxnLst/>
              <a:rect l="l" t="t" r="r" b="b"/>
              <a:pathLst>
                <a:path w="58574" h="184" extrusionOk="0">
                  <a:moveTo>
                    <a:pt x="29302" y="1"/>
                  </a:moveTo>
                  <a:lnTo>
                    <a:pt x="8147" y="31"/>
                  </a:lnTo>
                  <a:lnTo>
                    <a:pt x="1733" y="62"/>
                  </a:lnTo>
                  <a:lnTo>
                    <a:pt x="1" y="92"/>
                  </a:lnTo>
                  <a:lnTo>
                    <a:pt x="1733" y="123"/>
                  </a:lnTo>
                  <a:lnTo>
                    <a:pt x="8147" y="153"/>
                  </a:lnTo>
                  <a:lnTo>
                    <a:pt x="29302" y="183"/>
                  </a:lnTo>
                  <a:lnTo>
                    <a:pt x="50427" y="153"/>
                  </a:lnTo>
                  <a:lnTo>
                    <a:pt x="56841" y="123"/>
                  </a:lnTo>
                  <a:lnTo>
                    <a:pt x="58573" y="92"/>
                  </a:lnTo>
                  <a:lnTo>
                    <a:pt x="56841" y="62"/>
                  </a:lnTo>
                  <a:lnTo>
                    <a:pt x="50427" y="31"/>
                  </a:lnTo>
                  <a:lnTo>
                    <a:pt x="2930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3"/>
            <p:cNvSpPr/>
            <p:nvPr/>
          </p:nvSpPr>
          <p:spPr>
            <a:xfrm>
              <a:off x="3607475" y="2364300"/>
              <a:ext cx="807025" cy="3825"/>
            </a:xfrm>
            <a:custGeom>
              <a:avLst/>
              <a:gdLst/>
              <a:ahLst/>
              <a:cxnLst/>
              <a:rect l="l" t="t" r="r" b="b"/>
              <a:pathLst>
                <a:path w="32281" h="153" extrusionOk="0">
                  <a:moveTo>
                    <a:pt x="4712" y="1"/>
                  </a:moveTo>
                  <a:lnTo>
                    <a:pt x="1247" y="62"/>
                  </a:lnTo>
                  <a:lnTo>
                    <a:pt x="1" y="62"/>
                  </a:lnTo>
                  <a:cubicBezTo>
                    <a:pt x="92" y="92"/>
                    <a:pt x="213" y="92"/>
                    <a:pt x="305" y="92"/>
                  </a:cubicBezTo>
                  <a:lnTo>
                    <a:pt x="1247" y="92"/>
                  </a:lnTo>
                  <a:lnTo>
                    <a:pt x="4712" y="122"/>
                  </a:lnTo>
                  <a:lnTo>
                    <a:pt x="16141" y="153"/>
                  </a:lnTo>
                  <a:lnTo>
                    <a:pt x="27569" y="122"/>
                  </a:lnTo>
                  <a:lnTo>
                    <a:pt x="31004" y="92"/>
                  </a:lnTo>
                  <a:lnTo>
                    <a:pt x="31977" y="92"/>
                  </a:lnTo>
                  <a:cubicBezTo>
                    <a:pt x="32068" y="92"/>
                    <a:pt x="32190" y="92"/>
                    <a:pt x="32281" y="62"/>
                  </a:cubicBezTo>
                  <a:lnTo>
                    <a:pt x="31004" y="62"/>
                  </a:lnTo>
                  <a:lnTo>
                    <a:pt x="2756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3"/>
            <p:cNvSpPr/>
            <p:nvPr/>
          </p:nvSpPr>
          <p:spPr>
            <a:xfrm>
              <a:off x="2319450" y="2228275"/>
              <a:ext cx="643650" cy="550600"/>
            </a:xfrm>
            <a:custGeom>
              <a:avLst/>
              <a:gdLst/>
              <a:ahLst/>
              <a:cxnLst/>
              <a:rect l="l" t="t" r="r" b="b"/>
              <a:pathLst>
                <a:path w="25746" h="22024" extrusionOk="0">
                  <a:moveTo>
                    <a:pt x="14712" y="1"/>
                  </a:moveTo>
                  <a:cubicBezTo>
                    <a:pt x="4895" y="1"/>
                    <a:pt x="1" y="11855"/>
                    <a:pt x="6931" y="18785"/>
                  </a:cubicBezTo>
                  <a:cubicBezTo>
                    <a:pt x="9047" y="20901"/>
                    <a:pt x="11871" y="22023"/>
                    <a:pt x="14738" y="22023"/>
                  </a:cubicBezTo>
                  <a:cubicBezTo>
                    <a:pt x="16154" y="22023"/>
                    <a:pt x="17581" y="21749"/>
                    <a:pt x="18937" y="21187"/>
                  </a:cubicBezTo>
                  <a:cubicBezTo>
                    <a:pt x="23041" y="19485"/>
                    <a:pt x="25746" y="15472"/>
                    <a:pt x="25746" y="11004"/>
                  </a:cubicBezTo>
                  <a:cubicBezTo>
                    <a:pt x="25746" y="4925"/>
                    <a:pt x="20791" y="1"/>
                    <a:pt x="14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3"/>
            <p:cNvSpPr/>
            <p:nvPr/>
          </p:nvSpPr>
          <p:spPr>
            <a:xfrm>
              <a:off x="2386325" y="3100650"/>
              <a:ext cx="631500" cy="5325"/>
            </a:xfrm>
            <a:custGeom>
              <a:avLst/>
              <a:gdLst/>
              <a:ahLst/>
              <a:cxnLst/>
              <a:rect l="l" t="t" r="r" b="b"/>
              <a:pathLst>
                <a:path w="25260" h="213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2"/>
                    <a:pt x="5654" y="213"/>
                    <a:pt x="12615" y="213"/>
                  </a:cubicBezTo>
                  <a:cubicBezTo>
                    <a:pt x="19606" y="213"/>
                    <a:pt x="25259" y="182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2386325" y="31705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3"/>
                    <a:pt x="5654" y="213"/>
                    <a:pt x="12615" y="213"/>
                  </a:cubicBezTo>
                  <a:cubicBezTo>
                    <a:pt x="19606" y="213"/>
                    <a:pt x="25259" y="183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2386325" y="32404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1"/>
                  </a:moveTo>
                  <a:cubicBezTo>
                    <a:pt x="5654" y="1"/>
                    <a:pt x="1" y="62"/>
                    <a:pt x="1" y="122"/>
                  </a:cubicBezTo>
                  <a:cubicBezTo>
                    <a:pt x="1" y="183"/>
                    <a:pt x="5654" y="214"/>
                    <a:pt x="12615" y="214"/>
                  </a:cubicBezTo>
                  <a:cubicBezTo>
                    <a:pt x="19606" y="214"/>
                    <a:pt x="25259" y="183"/>
                    <a:pt x="25259" y="122"/>
                  </a:cubicBezTo>
                  <a:cubicBezTo>
                    <a:pt x="25259" y="62"/>
                    <a:pt x="19606" y="1"/>
                    <a:pt x="126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3"/>
            <p:cNvSpPr/>
            <p:nvPr/>
          </p:nvSpPr>
          <p:spPr>
            <a:xfrm>
              <a:off x="2382525" y="3311900"/>
              <a:ext cx="366300" cy="5325"/>
            </a:xfrm>
            <a:custGeom>
              <a:avLst/>
              <a:gdLst/>
              <a:ahLst/>
              <a:cxnLst/>
              <a:rect l="l" t="t" r="r" b="b"/>
              <a:pathLst>
                <a:path w="14652" h="213" extrusionOk="0">
                  <a:moveTo>
                    <a:pt x="7326" y="0"/>
                  </a:moveTo>
                  <a:cubicBezTo>
                    <a:pt x="3283" y="0"/>
                    <a:pt x="1" y="61"/>
                    <a:pt x="1" y="91"/>
                  </a:cubicBezTo>
                  <a:cubicBezTo>
                    <a:pt x="1" y="152"/>
                    <a:pt x="3283" y="213"/>
                    <a:pt x="7326" y="213"/>
                  </a:cubicBezTo>
                  <a:cubicBezTo>
                    <a:pt x="11369" y="213"/>
                    <a:pt x="14651" y="182"/>
                    <a:pt x="14651" y="91"/>
                  </a:cubicBezTo>
                  <a:cubicBezTo>
                    <a:pt x="14651" y="61"/>
                    <a:pt x="11369" y="0"/>
                    <a:pt x="73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3"/>
            <p:cNvSpPr/>
            <p:nvPr/>
          </p:nvSpPr>
          <p:spPr>
            <a:xfrm>
              <a:off x="2385575" y="2960825"/>
              <a:ext cx="435425" cy="31925"/>
            </a:xfrm>
            <a:custGeom>
              <a:avLst/>
              <a:gdLst/>
              <a:ahLst/>
              <a:cxnLst/>
              <a:rect l="l" t="t" r="r" b="b"/>
              <a:pathLst>
                <a:path w="17417" h="1277" extrusionOk="0">
                  <a:moveTo>
                    <a:pt x="0" y="0"/>
                  </a:moveTo>
                  <a:lnTo>
                    <a:pt x="0" y="1277"/>
                  </a:lnTo>
                  <a:lnTo>
                    <a:pt x="17417" y="1277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2515500" y="2383300"/>
              <a:ext cx="348825" cy="395550"/>
            </a:xfrm>
            <a:custGeom>
              <a:avLst/>
              <a:gdLst/>
              <a:ahLst/>
              <a:cxnLst/>
              <a:rect l="l" t="t" r="r" b="b"/>
              <a:pathLst>
                <a:path w="13953" h="15822" extrusionOk="0">
                  <a:moveTo>
                    <a:pt x="6971" y="0"/>
                  </a:moveTo>
                  <a:cubicBezTo>
                    <a:pt x="4775" y="0"/>
                    <a:pt x="2979" y="1934"/>
                    <a:pt x="2949" y="4317"/>
                  </a:cubicBezTo>
                  <a:cubicBezTo>
                    <a:pt x="2919" y="6049"/>
                    <a:pt x="3952" y="7660"/>
                    <a:pt x="5533" y="8359"/>
                  </a:cubicBezTo>
                  <a:cubicBezTo>
                    <a:pt x="2037" y="8876"/>
                    <a:pt x="578" y="11277"/>
                    <a:pt x="1" y="13223"/>
                  </a:cubicBezTo>
                  <a:cubicBezTo>
                    <a:pt x="1992" y="14955"/>
                    <a:pt x="4477" y="15822"/>
                    <a:pt x="6965" y="15822"/>
                  </a:cubicBezTo>
                  <a:cubicBezTo>
                    <a:pt x="9454" y="15822"/>
                    <a:pt x="11946" y="14955"/>
                    <a:pt x="13953" y="13223"/>
                  </a:cubicBezTo>
                  <a:cubicBezTo>
                    <a:pt x="13375" y="11247"/>
                    <a:pt x="11946" y="8876"/>
                    <a:pt x="8512" y="8359"/>
                  </a:cubicBezTo>
                  <a:cubicBezTo>
                    <a:pt x="10092" y="7660"/>
                    <a:pt x="11095" y="6080"/>
                    <a:pt x="11065" y="4347"/>
                  </a:cubicBezTo>
                  <a:cubicBezTo>
                    <a:pt x="11065" y="1946"/>
                    <a:pt x="9272" y="1"/>
                    <a:pt x="7022" y="1"/>
                  </a:cubicBezTo>
                  <a:cubicBezTo>
                    <a:pt x="7005" y="0"/>
                    <a:pt x="6988" y="0"/>
                    <a:pt x="697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2386325" y="3423600"/>
              <a:ext cx="243950" cy="29650"/>
            </a:xfrm>
            <a:custGeom>
              <a:avLst/>
              <a:gdLst/>
              <a:ahLst/>
              <a:cxnLst/>
              <a:rect l="l" t="t" r="r" b="b"/>
              <a:pathLst>
                <a:path w="9758" h="1186" extrusionOk="0">
                  <a:moveTo>
                    <a:pt x="1" y="0"/>
                  </a:moveTo>
                  <a:lnTo>
                    <a:pt x="1" y="1186"/>
                  </a:lnTo>
                  <a:lnTo>
                    <a:pt x="9758" y="1186"/>
                  </a:lnTo>
                  <a:lnTo>
                    <a:pt x="975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5598400" y="1941800"/>
              <a:ext cx="679375" cy="767525"/>
            </a:xfrm>
            <a:custGeom>
              <a:avLst/>
              <a:gdLst/>
              <a:ahLst/>
              <a:cxnLst/>
              <a:rect l="l" t="t" r="r" b="b"/>
              <a:pathLst>
                <a:path w="27175" h="30701" extrusionOk="0">
                  <a:moveTo>
                    <a:pt x="13010" y="1"/>
                  </a:moveTo>
                  <a:lnTo>
                    <a:pt x="12250" y="31"/>
                  </a:lnTo>
                  <a:lnTo>
                    <a:pt x="11186" y="214"/>
                  </a:lnTo>
                  <a:cubicBezTo>
                    <a:pt x="10244" y="366"/>
                    <a:pt x="9301" y="670"/>
                    <a:pt x="8420" y="1034"/>
                  </a:cubicBezTo>
                  <a:cubicBezTo>
                    <a:pt x="7234" y="1551"/>
                    <a:pt x="6140" y="2250"/>
                    <a:pt x="5137" y="3071"/>
                  </a:cubicBezTo>
                  <a:cubicBezTo>
                    <a:pt x="3921" y="4135"/>
                    <a:pt x="2888" y="5381"/>
                    <a:pt x="2098" y="6749"/>
                  </a:cubicBezTo>
                  <a:cubicBezTo>
                    <a:pt x="1155" y="8390"/>
                    <a:pt x="547" y="10183"/>
                    <a:pt x="304" y="12037"/>
                  </a:cubicBezTo>
                  <a:cubicBezTo>
                    <a:pt x="0" y="14135"/>
                    <a:pt x="152" y="16262"/>
                    <a:pt x="760" y="18299"/>
                  </a:cubicBezTo>
                  <a:cubicBezTo>
                    <a:pt x="1451" y="20461"/>
                    <a:pt x="2616" y="22474"/>
                    <a:pt x="4226" y="24105"/>
                  </a:cubicBezTo>
                  <a:lnTo>
                    <a:pt x="4226" y="24105"/>
                  </a:lnTo>
                  <a:lnTo>
                    <a:pt x="2189" y="30366"/>
                  </a:lnTo>
                  <a:lnTo>
                    <a:pt x="2098" y="30700"/>
                  </a:lnTo>
                  <a:lnTo>
                    <a:pt x="2402" y="30518"/>
                  </a:lnTo>
                  <a:lnTo>
                    <a:pt x="8946" y="27201"/>
                  </a:lnTo>
                  <a:lnTo>
                    <a:pt x="8946" y="27201"/>
                  </a:lnTo>
                  <a:lnTo>
                    <a:pt x="9362" y="27357"/>
                  </a:lnTo>
                  <a:cubicBezTo>
                    <a:pt x="10715" y="27844"/>
                    <a:pt x="12164" y="28066"/>
                    <a:pt x="13624" y="28066"/>
                  </a:cubicBezTo>
                  <a:cubicBezTo>
                    <a:pt x="13804" y="28066"/>
                    <a:pt x="13985" y="28063"/>
                    <a:pt x="14165" y="28056"/>
                  </a:cubicBezTo>
                  <a:cubicBezTo>
                    <a:pt x="15745" y="27995"/>
                    <a:pt x="17295" y="27661"/>
                    <a:pt x="18754" y="27023"/>
                  </a:cubicBezTo>
                  <a:cubicBezTo>
                    <a:pt x="21490" y="25807"/>
                    <a:pt x="23770" y="23740"/>
                    <a:pt x="25229" y="21095"/>
                  </a:cubicBezTo>
                  <a:cubicBezTo>
                    <a:pt x="25928" y="19880"/>
                    <a:pt x="26414" y="18603"/>
                    <a:pt x="26718" y="17235"/>
                  </a:cubicBezTo>
                  <a:cubicBezTo>
                    <a:pt x="26809" y="16901"/>
                    <a:pt x="26870" y="16566"/>
                    <a:pt x="26900" y="16262"/>
                  </a:cubicBezTo>
                  <a:cubicBezTo>
                    <a:pt x="26931" y="15928"/>
                    <a:pt x="27022" y="15594"/>
                    <a:pt x="27022" y="15259"/>
                  </a:cubicBezTo>
                  <a:cubicBezTo>
                    <a:pt x="27174" y="13405"/>
                    <a:pt x="26961" y="11521"/>
                    <a:pt x="26445" y="9727"/>
                  </a:cubicBezTo>
                  <a:cubicBezTo>
                    <a:pt x="26110" y="8664"/>
                    <a:pt x="25654" y="7630"/>
                    <a:pt x="25077" y="6657"/>
                  </a:cubicBezTo>
                  <a:cubicBezTo>
                    <a:pt x="24104" y="4986"/>
                    <a:pt x="22767" y="3527"/>
                    <a:pt x="21216" y="2402"/>
                  </a:cubicBezTo>
                  <a:cubicBezTo>
                    <a:pt x="20001" y="1551"/>
                    <a:pt x="18694" y="913"/>
                    <a:pt x="17265" y="518"/>
                  </a:cubicBezTo>
                  <a:lnTo>
                    <a:pt x="16475" y="305"/>
                  </a:lnTo>
                  <a:cubicBezTo>
                    <a:pt x="16232" y="244"/>
                    <a:pt x="15958" y="183"/>
                    <a:pt x="15715" y="153"/>
                  </a:cubicBezTo>
                  <a:cubicBezTo>
                    <a:pt x="15350" y="92"/>
                    <a:pt x="14955" y="62"/>
                    <a:pt x="14560" y="31"/>
                  </a:cubicBezTo>
                  <a:lnTo>
                    <a:pt x="13861" y="1"/>
                  </a:lnTo>
                  <a:lnTo>
                    <a:pt x="13618" y="1"/>
                  </a:lnTo>
                  <a:cubicBezTo>
                    <a:pt x="13678" y="31"/>
                    <a:pt x="13770" y="31"/>
                    <a:pt x="13861" y="31"/>
                  </a:cubicBezTo>
                  <a:lnTo>
                    <a:pt x="14560" y="92"/>
                  </a:lnTo>
                  <a:cubicBezTo>
                    <a:pt x="14955" y="122"/>
                    <a:pt x="15320" y="183"/>
                    <a:pt x="15715" y="244"/>
                  </a:cubicBezTo>
                  <a:cubicBezTo>
                    <a:pt x="15958" y="274"/>
                    <a:pt x="16201" y="335"/>
                    <a:pt x="16414" y="396"/>
                  </a:cubicBezTo>
                  <a:lnTo>
                    <a:pt x="17235" y="609"/>
                  </a:lnTo>
                  <a:cubicBezTo>
                    <a:pt x="18633" y="1034"/>
                    <a:pt x="19909" y="1673"/>
                    <a:pt x="21095" y="2524"/>
                  </a:cubicBezTo>
                  <a:cubicBezTo>
                    <a:pt x="22645" y="3648"/>
                    <a:pt x="23952" y="5077"/>
                    <a:pt x="24894" y="6749"/>
                  </a:cubicBezTo>
                  <a:cubicBezTo>
                    <a:pt x="25441" y="7691"/>
                    <a:pt x="25897" y="8724"/>
                    <a:pt x="26232" y="9788"/>
                  </a:cubicBezTo>
                  <a:cubicBezTo>
                    <a:pt x="26566" y="10943"/>
                    <a:pt x="26779" y="12129"/>
                    <a:pt x="26809" y="13344"/>
                  </a:cubicBezTo>
                  <a:cubicBezTo>
                    <a:pt x="26840" y="13983"/>
                    <a:pt x="26840" y="14621"/>
                    <a:pt x="26779" y="15259"/>
                  </a:cubicBezTo>
                  <a:cubicBezTo>
                    <a:pt x="26779" y="15563"/>
                    <a:pt x="26688" y="15898"/>
                    <a:pt x="26657" y="16202"/>
                  </a:cubicBezTo>
                  <a:cubicBezTo>
                    <a:pt x="26627" y="16536"/>
                    <a:pt x="26566" y="16870"/>
                    <a:pt x="26475" y="17174"/>
                  </a:cubicBezTo>
                  <a:cubicBezTo>
                    <a:pt x="26171" y="18512"/>
                    <a:pt x="25685" y="19788"/>
                    <a:pt x="25016" y="20974"/>
                  </a:cubicBezTo>
                  <a:cubicBezTo>
                    <a:pt x="23557" y="23557"/>
                    <a:pt x="21338" y="25594"/>
                    <a:pt x="18633" y="26779"/>
                  </a:cubicBezTo>
                  <a:cubicBezTo>
                    <a:pt x="17204" y="27387"/>
                    <a:pt x="15684" y="27722"/>
                    <a:pt x="14134" y="27782"/>
                  </a:cubicBezTo>
                  <a:cubicBezTo>
                    <a:pt x="13916" y="27795"/>
                    <a:pt x="13697" y="27801"/>
                    <a:pt x="13478" y="27801"/>
                  </a:cubicBezTo>
                  <a:cubicBezTo>
                    <a:pt x="12111" y="27801"/>
                    <a:pt x="10737" y="27559"/>
                    <a:pt x="9453" y="27114"/>
                  </a:cubicBezTo>
                  <a:lnTo>
                    <a:pt x="8997" y="26931"/>
                  </a:lnTo>
                  <a:lnTo>
                    <a:pt x="8876" y="26931"/>
                  </a:lnTo>
                  <a:lnTo>
                    <a:pt x="2556" y="30164"/>
                  </a:lnTo>
                  <a:lnTo>
                    <a:pt x="2556" y="30164"/>
                  </a:lnTo>
                  <a:cubicBezTo>
                    <a:pt x="3224" y="28079"/>
                    <a:pt x="3889" y="26051"/>
                    <a:pt x="4499" y="24135"/>
                  </a:cubicBezTo>
                  <a:lnTo>
                    <a:pt x="4529" y="24044"/>
                  </a:lnTo>
                  <a:lnTo>
                    <a:pt x="4468" y="23983"/>
                  </a:lnTo>
                  <a:cubicBezTo>
                    <a:pt x="2888" y="22372"/>
                    <a:pt x="1702" y="20396"/>
                    <a:pt x="1034" y="18208"/>
                  </a:cubicBezTo>
                  <a:cubicBezTo>
                    <a:pt x="426" y="16232"/>
                    <a:pt x="243" y="14135"/>
                    <a:pt x="517" y="12068"/>
                  </a:cubicBezTo>
                  <a:cubicBezTo>
                    <a:pt x="943" y="8633"/>
                    <a:pt x="2614" y="5502"/>
                    <a:pt x="5228" y="3223"/>
                  </a:cubicBezTo>
                  <a:cubicBezTo>
                    <a:pt x="6931" y="1733"/>
                    <a:pt x="8997" y="730"/>
                    <a:pt x="11216" y="305"/>
                  </a:cubicBezTo>
                  <a:lnTo>
                    <a:pt x="12250" y="122"/>
                  </a:lnTo>
                  <a:lnTo>
                    <a:pt x="13010" y="62"/>
                  </a:lnTo>
                  <a:lnTo>
                    <a:pt x="13466" y="31"/>
                  </a:lnTo>
                  <a:lnTo>
                    <a:pt x="136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3"/>
            <p:cNvSpPr/>
            <p:nvPr/>
          </p:nvSpPr>
          <p:spPr>
            <a:xfrm>
              <a:off x="5863600" y="2125700"/>
              <a:ext cx="205200" cy="290300"/>
            </a:xfrm>
            <a:custGeom>
              <a:avLst/>
              <a:gdLst/>
              <a:ahLst/>
              <a:cxnLst/>
              <a:rect l="l" t="t" r="r" b="b"/>
              <a:pathLst>
                <a:path w="8208" h="11612" extrusionOk="0">
                  <a:moveTo>
                    <a:pt x="3120" y="0"/>
                  </a:moveTo>
                  <a:cubicBezTo>
                    <a:pt x="3108" y="0"/>
                    <a:pt x="3101" y="1"/>
                    <a:pt x="3101" y="1"/>
                  </a:cubicBezTo>
                  <a:lnTo>
                    <a:pt x="3101" y="1946"/>
                  </a:lnTo>
                  <a:lnTo>
                    <a:pt x="973" y="4864"/>
                  </a:lnTo>
                  <a:lnTo>
                    <a:pt x="31" y="4864"/>
                  </a:lnTo>
                  <a:lnTo>
                    <a:pt x="0" y="10973"/>
                  </a:lnTo>
                  <a:lnTo>
                    <a:pt x="1672" y="10973"/>
                  </a:lnTo>
                  <a:cubicBezTo>
                    <a:pt x="1672" y="10973"/>
                    <a:pt x="5715" y="11612"/>
                    <a:pt x="6505" y="11612"/>
                  </a:cubicBezTo>
                  <a:cubicBezTo>
                    <a:pt x="6627" y="11612"/>
                    <a:pt x="6748" y="11581"/>
                    <a:pt x="6839" y="11551"/>
                  </a:cubicBezTo>
                  <a:cubicBezTo>
                    <a:pt x="7660" y="11308"/>
                    <a:pt x="8207" y="10548"/>
                    <a:pt x="8146" y="9697"/>
                  </a:cubicBezTo>
                  <a:cubicBezTo>
                    <a:pt x="8116" y="7995"/>
                    <a:pt x="8055" y="4833"/>
                    <a:pt x="7842" y="4621"/>
                  </a:cubicBezTo>
                  <a:cubicBezTo>
                    <a:pt x="7599" y="4347"/>
                    <a:pt x="4408" y="4347"/>
                    <a:pt x="4408" y="4347"/>
                  </a:cubicBezTo>
                  <a:cubicBezTo>
                    <a:pt x="4408" y="4347"/>
                    <a:pt x="4388" y="4411"/>
                    <a:pt x="4369" y="4411"/>
                  </a:cubicBezTo>
                  <a:cubicBezTo>
                    <a:pt x="4328" y="4411"/>
                    <a:pt x="4285" y="4135"/>
                    <a:pt x="4408" y="2432"/>
                  </a:cubicBezTo>
                  <a:cubicBezTo>
                    <a:pt x="4578" y="79"/>
                    <a:pt x="3294" y="0"/>
                    <a:pt x="31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3"/>
            <p:cNvSpPr/>
            <p:nvPr/>
          </p:nvSpPr>
          <p:spPr>
            <a:xfrm>
              <a:off x="5795200" y="2234375"/>
              <a:ext cx="55500" cy="165675"/>
            </a:xfrm>
            <a:custGeom>
              <a:avLst/>
              <a:gdLst/>
              <a:ahLst/>
              <a:cxnLst/>
              <a:rect l="l" t="t" r="r" b="b"/>
              <a:pathLst>
                <a:path w="2220" h="6627" extrusionOk="0">
                  <a:moveTo>
                    <a:pt x="1" y="0"/>
                  </a:moveTo>
                  <a:lnTo>
                    <a:pt x="578" y="6626"/>
                  </a:lnTo>
                  <a:lnTo>
                    <a:pt x="2220" y="6626"/>
                  </a:lnTo>
                  <a:lnTo>
                    <a:pt x="2220" y="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4748825" y="2849875"/>
              <a:ext cx="1576800" cy="746225"/>
            </a:xfrm>
            <a:custGeom>
              <a:avLst/>
              <a:gdLst/>
              <a:ahLst/>
              <a:cxnLst/>
              <a:rect l="l" t="t" r="r" b="b"/>
              <a:pathLst>
                <a:path w="63072" h="29849" extrusionOk="0">
                  <a:moveTo>
                    <a:pt x="2281" y="1"/>
                  </a:moveTo>
                  <a:cubicBezTo>
                    <a:pt x="1034" y="1"/>
                    <a:pt x="1" y="1004"/>
                    <a:pt x="1" y="2280"/>
                  </a:cubicBezTo>
                  <a:lnTo>
                    <a:pt x="1" y="20822"/>
                  </a:lnTo>
                  <a:cubicBezTo>
                    <a:pt x="1" y="22068"/>
                    <a:pt x="1034" y="23101"/>
                    <a:pt x="2281" y="23101"/>
                  </a:cubicBezTo>
                  <a:lnTo>
                    <a:pt x="3618" y="23101"/>
                  </a:lnTo>
                  <a:lnTo>
                    <a:pt x="3618" y="29849"/>
                  </a:lnTo>
                  <a:lnTo>
                    <a:pt x="10244" y="23101"/>
                  </a:lnTo>
                  <a:lnTo>
                    <a:pt x="60792" y="23101"/>
                  </a:lnTo>
                  <a:cubicBezTo>
                    <a:pt x="62039" y="23101"/>
                    <a:pt x="63072" y="22068"/>
                    <a:pt x="63072" y="20822"/>
                  </a:cubicBezTo>
                  <a:lnTo>
                    <a:pt x="63072" y="2280"/>
                  </a:lnTo>
                  <a:cubicBezTo>
                    <a:pt x="63072" y="1004"/>
                    <a:pt x="62039" y="1"/>
                    <a:pt x="6076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5713150" y="2897025"/>
              <a:ext cx="595550" cy="449075"/>
            </a:xfrm>
            <a:custGeom>
              <a:avLst/>
              <a:gdLst/>
              <a:ahLst/>
              <a:cxnLst/>
              <a:rect l="l" t="t" r="r" b="b"/>
              <a:pathLst>
                <a:path w="23822" h="17963" extrusionOk="0">
                  <a:moveTo>
                    <a:pt x="12148" y="0"/>
                  </a:moveTo>
                  <a:cubicBezTo>
                    <a:pt x="11165" y="0"/>
                    <a:pt x="10148" y="154"/>
                    <a:pt x="9119" y="485"/>
                  </a:cubicBezTo>
                  <a:cubicBezTo>
                    <a:pt x="1185" y="3008"/>
                    <a:pt x="0" y="13738"/>
                    <a:pt x="7143" y="17963"/>
                  </a:cubicBezTo>
                  <a:cubicBezTo>
                    <a:pt x="6687" y="16322"/>
                    <a:pt x="6566" y="14589"/>
                    <a:pt x="6748" y="12887"/>
                  </a:cubicBezTo>
                  <a:cubicBezTo>
                    <a:pt x="6717" y="11823"/>
                    <a:pt x="6748" y="10273"/>
                    <a:pt x="6778" y="8875"/>
                  </a:cubicBezTo>
                  <a:cubicBezTo>
                    <a:pt x="6140" y="7233"/>
                    <a:pt x="6566" y="5379"/>
                    <a:pt x="7842" y="4133"/>
                  </a:cubicBezTo>
                  <a:cubicBezTo>
                    <a:pt x="9342" y="2592"/>
                    <a:pt x="10499" y="2349"/>
                    <a:pt x="11352" y="2349"/>
                  </a:cubicBezTo>
                  <a:cubicBezTo>
                    <a:pt x="11745" y="2349"/>
                    <a:pt x="12073" y="2400"/>
                    <a:pt x="12341" y="2400"/>
                  </a:cubicBezTo>
                  <a:cubicBezTo>
                    <a:pt x="13161" y="2431"/>
                    <a:pt x="17082" y="3343"/>
                    <a:pt x="18177" y="8024"/>
                  </a:cubicBezTo>
                  <a:cubicBezTo>
                    <a:pt x="18237" y="8297"/>
                    <a:pt x="18268" y="8601"/>
                    <a:pt x="18298" y="8905"/>
                  </a:cubicBezTo>
                  <a:cubicBezTo>
                    <a:pt x="18298" y="9148"/>
                    <a:pt x="18329" y="9361"/>
                    <a:pt x="18359" y="9513"/>
                  </a:cubicBezTo>
                  <a:cubicBezTo>
                    <a:pt x="18450" y="11215"/>
                    <a:pt x="19393" y="12735"/>
                    <a:pt x="20912" y="13556"/>
                  </a:cubicBezTo>
                  <a:cubicBezTo>
                    <a:pt x="23822" y="6916"/>
                    <a:pt x="18744" y="0"/>
                    <a:pt x="1214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3"/>
            <p:cNvSpPr/>
            <p:nvPr/>
          </p:nvSpPr>
          <p:spPr>
            <a:xfrm>
              <a:off x="5877275" y="3219175"/>
              <a:ext cx="65375" cy="149725"/>
            </a:xfrm>
            <a:custGeom>
              <a:avLst/>
              <a:gdLst/>
              <a:ahLst/>
              <a:cxnLst/>
              <a:rect l="l" t="t" r="r" b="b"/>
              <a:pathLst>
                <a:path w="2615" h="5989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" y="1703"/>
                    <a:pt x="122" y="3436"/>
                    <a:pt x="578" y="5107"/>
                  </a:cubicBezTo>
                  <a:cubicBezTo>
                    <a:pt x="1216" y="5472"/>
                    <a:pt x="1885" y="5776"/>
                    <a:pt x="2615" y="5989"/>
                  </a:cubicBezTo>
                  <a:cubicBezTo>
                    <a:pt x="2584" y="4651"/>
                    <a:pt x="2463" y="2736"/>
                    <a:pt x="2463" y="2736"/>
                  </a:cubicBezTo>
                  <a:cubicBezTo>
                    <a:pt x="2463" y="2736"/>
                    <a:pt x="274" y="2463"/>
                    <a:pt x="183" y="24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3"/>
            <p:cNvSpPr/>
            <p:nvPr/>
          </p:nvSpPr>
          <p:spPr>
            <a:xfrm>
              <a:off x="5881075" y="3029200"/>
              <a:ext cx="202925" cy="351100"/>
            </a:xfrm>
            <a:custGeom>
              <a:avLst/>
              <a:gdLst/>
              <a:ahLst/>
              <a:cxnLst/>
              <a:rect l="l" t="t" r="r" b="b"/>
              <a:pathLst>
                <a:path w="8117" h="14044" extrusionOk="0">
                  <a:moveTo>
                    <a:pt x="871" y="3580"/>
                  </a:moveTo>
                  <a:cubicBezTo>
                    <a:pt x="996" y="3580"/>
                    <a:pt x="1116" y="3634"/>
                    <a:pt x="1216" y="3709"/>
                  </a:cubicBezTo>
                  <a:cubicBezTo>
                    <a:pt x="1308" y="3770"/>
                    <a:pt x="1368" y="3831"/>
                    <a:pt x="1338" y="3861"/>
                  </a:cubicBezTo>
                  <a:cubicBezTo>
                    <a:pt x="1338" y="3861"/>
                    <a:pt x="1146" y="3765"/>
                    <a:pt x="890" y="3765"/>
                  </a:cubicBezTo>
                  <a:cubicBezTo>
                    <a:pt x="858" y="3765"/>
                    <a:pt x="825" y="3767"/>
                    <a:pt x="791" y="3770"/>
                  </a:cubicBezTo>
                  <a:cubicBezTo>
                    <a:pt x="510" y="3770"/>
                    <a:pt x="307" y="3925"/>
                    <a:pt x="254" y="3925"/>
                  </a:cubicBezTo>
                  <a:cubicBezTo>
                    <a:pt x="249" y="3925"/>
                    <a:pt x="246" y="3924"/>
                    <a:pt x="244" y="3922"/>
                  </a:cubicBezTo>
                  <a:cubicBezTo>
                    <a:pt x="213" y="3861"/>
                    <a:pt x="274" y="3831"/>
                    <a:pt x="365" y="3740"/>
                  </a:cubicBezTo>
                  <a:cubicBezTo>
                    <a:pt x="487" y="3648"/>
                    <a:pt x="639" y="3588"/>
                    <a:pt x="791" y="3588"/>
                  </a:cubicBezTo>
                  <a:cubicBezTo>
                    <a:pt x="818" y="3582"/>
                    <a:pt x="845" y="3580"/>
                    <a:pt x="871" y="3580"/>
                  </a:cubicBezTo>
                  <a:close/>
                  <a:moveTo>
                    <a:pt x="4104" y="3618"/>
                  </a:moveTo>
                  <a:cubicBezTo>
                    <a:pt x="4256" y="3618"/>
                    <a:pt x="4408" y="3679"/>
                    <a:pt x="4560" y="3770"/>
                  </a:cubicBezTo>
                  <a:cubicBezTo>
                    <a:pt x="4651" y="3831"/>
                    <a:pt x="4681" y="3892"/>
                    <a:pt x="4681" y="3922"/>
                  </a:cubicBezTo>
                  <a:cubicBezTo>
                    <a:pt x="4654" y="3922"/>
                    <a:pt x="4459" y="3826"/>
                    <a:pt x="4203" y="3826"/>
                  </a:cubicBezTo>
                  <a:cubicBezTo>
                    <a:pt x="4171" y="3826"/>
                    <a:pt x="4138" y="3827"/>
                    <a:pt x="4104" y="3831"/>
                  </a:cubicBezTo>
                  <a:cubicBezTo>
                    <a:pt x="3851" y="3831"/>
                    <a:pt x="3651" y="3986"/>
                    <a:pt x="3597" y="3986"/>
                  </a:cubicBezTo>
                  <a:cubicBezTo>
                    <a:pt x="3593" y="3986"/>
                    <a:pt x="3590" y="3985"/>
                    <a:pt x="3587" y="3983"/>
                  </a:cubicBezTo>
                  <a:cubicBezTo>
                    <a:pt x="3526" y="3922"/>
                    <a:pt x="3587" y="3892"/>
                    <a:pt x="3678" y="3800"/>
                  </a:cubicBezTo>
                  <a:cubicBezTo>
                    <a:pt x="3800" y="3709"/>
                    <a:pt x="3952" y="3648"/>
                    <a:pt x="4104" y="3618"/>
                  </a:cubicBezTo>
                  <a:close/>
                  <a:moveTo>
                    <a:pt x="791" y="3952"/>
                  </a:moveTo>
                  <a:cubicBezTo>
                    <a:pt x="943" y="3952"/>
                    <a:pt x="1064" y="4074"/>
                    <a:pt x="1064" y="4226"/>
                  </a:cubicBezTo>
                  <a:cubicBezTo>
                    <a:pt x="1064" y="4408"/>
                    <a:pt x="928" y="4499"/>
                    <a:pt x="791" y="4499"/>
                  </a:cubicBezTo>
                  <a:cubicBezTo>
                    <a:pt x="654" y="4499"/>
                    <a:pt x="517" y="4408"/>
                    <a:pt x="517" y="4226"/>
                  </a:cubicBezTo>
                  <a:cubicBezTo>
                    <a:pt x="517" y="4074"/>
                    <a:pt x="639" y="3952"/>
                    <a:pt x="791" y="3952"/>
                  </a:cubicBezTo>
                  <a:close/>
                  <a:moveTo>
                    <a:pt x="4047" y="4011"/>
                  </a:moveTo>
                  <a:cubicBezTo>
                    <a:pt x="4296" y="4011"/>
                    <a:pt x="4400" y="4325"/>
                    <a:pt x="4225" y="4499"/>
                  </a:cubicBezTo>
                  <a:cubicBezTo>
                    <a:pt x="4170" y="4546"/>
                    <a:pt x="4104" y="4566"/>
                    <a:pt x="4038" y="4566"/>
                  </a:cubicBezTo>
                  <a:cubicBezTo>
                    <a:pt x="3887" y="4566"/>
                    <a:pt x="3739" y="4456"/>
                    <a:pt x="3739" y="4287"/>
                  </a:cubicBezTo>
                  <a:cubicBezTo>
                    <a:pt x="3739" y="4135"/>
                    <a:pt x="3861" y="4013"/>
                    <a:pt x="4013" y="4013"/>
                  </a:cubicBezTo>
                  <a:cubicBezTo>
                    <a:pt x="4024" y="4012"/>
                    <a:pt x="4036" y="4011"/>
                    <a:pt x="4047" y="4011"/>
                  </a:cubicBezTo>
                  <a:close/>
                  <a:moveTo>
                    <a:pt x="2523" y="3861"/>
                  </a:moveTo>
                  <a:lnTo>
                    <a:pt x="2523" y="3861"/>
                  </a:lnTo>
                  <a:cubicBezTo>
                    <a:pt x="2402" y="4439"/>
                    <a:pt x="2250" y="4986"/>
                    <a:pt x="2037" y="5503"/>
                  </a:cubicBezTo>
                  <a:lnTo>
                    <a:pt x="1824" y="6141"/>
                  </a:lnTo>
                  <a:cubicBezTo>
                    <a:pt x="1794" y="6232"/>
                    <a:pt x="1763" y="6293"/>
                    <a:pt x="1794" y="6384"/>
                  </a:cubicBezTo>
                  <a:cubicBezTo>
                    <a:pt x="1794" y="6445"/>
                    <a:pt x="1855" y="6445"/>
                    <a:pt x="1946" y="6445"/>
                  </a:cubicBezTo>
                  <a:cubicBezTo>
                    <a:pt x="2128" y="6475"/>
                    <a:pt x="2280" y="6475"/>
                    <a:pt x="2432" y="6536"/>
                  </a:cubicBezTo>
                  <a:cubicBezTo>
                    <a:pt x="2280" y="6566"/>
                    <a:pt x="2098" y="6566"/>
                    <a:pt x="1946" y="6566"/>
                  </a:cubicBezTo>
                  <a:cubicBezTo>
                    <a:pt x="1915" y="6566"/>
                    <a:pt x="1855" y="6536"/>
                    <a:pt x="1824" y="6536"/>
                  </a:cubicBezTo>
                  <a:cubicBezTo>
                    <a:pt x="1763" y="6536"/>
                    <a:pt x="1703" y="6475"/>
                    <a:pt x="1672" y="6414"/>
                  </a:cubicBezTo>
                  <a:cubicBezTo>
                    <a:pt x="1672" y="6323"/>
                    <a:pt x="1672" y="6202"/>
                    <a:pt x="1733" y="6110"/>
                  </a:cubicBezTo>
                  <a:lnTo>
                    <a:pt x="1915" y="5472"/>
                  </a:lnTo>
                  <a:cubicBezTo>
                    <a:pt x="2098" y="4925"/>
                    <a:pt x="2280" y="4378"/>
                    <a:pt x="2523" y="3861"/>
                  </a:cubicBezTo>
                  <a:close/>
                  <a:moveTo>
                    <a:pt x="3464" y="6800"/>
                  </a:moveTo>
                  <a:cubicBezTo>
                    <a:pt x="3467" y="6800"/>
                    <a:pt x="3449" y="6812"/>
                    <a:pt x="3405" y="6840"/>
                  </a:cubicBezTo>
                  <a:cubicBezTo>
                    <a:pt x="3526" y="7174"/>
                    <a:pt x="3314" y="7539"/>
                    <a:pt x="2979" y="7630"/>
                  </a:cubicBezTo>
                  <a:lnTo>
                    <a:pt x="2949" y="7630"/>
                  </a:lnTo>
                  <a:cubicBezTo>
                    <a:pt x="2844" y="7674"/>
                    <a:pt x="2737" y="7695"/>
                    <a:pt x="2632" y="7695"/>
                  </a:cubicBezTo>
                  <a:cubicBezTo>
                    <a:pt x="2372" y="7695"/>
                    <a:pt x="2128" y="7565"/>
                    <a:pt x="1976" y="7326"/>
                  </a:cubicBezTo>
                  <a:cubicBezTo>
                    <a:pt x="2504" y="7326"/>
                    <a:pt x="3444" y="6800"/>
                    <a:pt x="3464" y="6800"/>
                  </a:cubicBezTo>
                  <a:close/>
                  <a:moveTo>
                    <a:pt x="3952" y="1"/>
                  </a:moveTo>
                  <a:cubicBezTo>
                    <a:pt x="3739" y="518"/>
                    <a:pt x="3374" y="1612"/>
                    <a:pt x="3587" y="2493"/>
                  </a:cubicBezTo>
                  <a:lnTo>
                    <a:pt x="396" y="3284"/>
                  </a:lnTo>
                  <a:lnTo>
                    <a:pt x="61" y="3618"/>
                  </a:lnTo>
                  <a:cubicBezTo>
                    <a:pt x="0" y="5016"/>
                    <a:pt x="0" y="6566"/>
                    <a:pt x="31" y="7630"/>
                  </a:cubicBezTo>
                  <a:lnTo>
                    <a:pt x="31" y="7843"/>
                  </a:lnTo>
                  <a:cubicBezTo>
                    <a:pt x="122" y="10092"/>
                    <a:pt x="2311" y="10366"/>
                    <a:pt x="2311" y="10366"/>
                  </a:cubicBezTo>
                  <a:cubicBezTo>
                    <a:pt x="3344" y="10335"/>
                    <a:pt x="4347" y="10001"/>
                    <a:pt x="5198" y="9393"/>
                  </a:cubicBezTo>
                  <a:lnTo>
                    <a:pt x="5198" y="9393"/>
                  </a:lnTo>
                  <a:cubicBezTo>
                    <a:pt x="5198" y="9393"/>
                    <a:pt x="4548" y="10919"/>
                    <a:pt x="2567" y="10919"/>
                  </a:cubicBezTo>
                  <a:cubicBezTo>
                    <a:pt x="2493" y="10919"/>
                    <a:pt x="2418" y="10917"/>
                    <a:pt x="2341" y="10913"/>
                  </a:cubicBezTo>
                  <a:lnTo>
                    <a:pt x="2311" y="10366"/>
                  </a:lnTo>
                  <a:lnTo>
                    <a:pt x="2311" y="10366"/>
                  </a:lnTo>
                  <a:cubicBezTo>
                    <a:pt x="2311" y="10369"/>
                    <a:pt x="2402" y="12251"/>
                    <a:pt x="2432" y="13618"/>
                  </a:cubicBezTo>
                  <a:cubicBezTo>
                    <a:pt x="3374" y="13892"/>
                    <a:pt x="4347" y="14044"/>
                    <a:pt x="5320" y="14044"/>
                  </a:cubicBezTo>
                  <a:cubicBezTo>
                    <a:pt x="6171" y="14044"/>
                    <a:pt x="6992" y="13952"/>
                    <a:pt x="7782" y="13740"/>
                  </a:cubicBezTo>
                  <a:lnTo>
                    <a:pt x="8116" y="3740"/>
                  </a:lnTo>
                  <a:cubicBezTo>
                    <a:pt x="8116" y="3740"/>
                    <a:pt x="4560" y="3344"/>
                    <a:pt x="3982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5891900" y="3127950"/>
              <a:ext cx="16550" cy="14400"/>
            </a:xfrm>
            <a:custGeom>
              <a:avLst/>
              <a:gdLst/>
              <a:ahLst/>
              <a:cxnLst/>
              <a:rect l="l" t="t" r="r" b="b"/>
              <a:pathLst>
                <a:path w="662" h="576" extrusionOk="0">
                  <a:moveTo>
                    <a:pt x="351" y="0"/>
                  </a:moveTo>
                  <a:cubicBezTo>
                    <a:pt x="104" y="0"/>
                    <a:pt x="0" y="286"/>
                    <a:pt x="145" y="489"/>
                  </a:cubicBezTo>
                  <a:cubicBezTo>
                    <a:pt x="205" y="548"/>
                    <a:pt x="277" y="575"/>
                    <a:pt x="348" y="575"/>
                  </a:cubicBezTo>
                  <a:cubicBezTo>
                    <a:pt x="494" y="575"/>
                    <a:pt x="631" y="460"/>
                    <a:pt x="631" y="276"/>
                  </a:cubicBezTo>
                  <a:cubicBezTo>
                    <a:pt x="662" y="124"/>
                    <a:pt x="540" y="2"/>
                    <a:pt x="388" y="2"/>
                  </a:cubicBezTo>
                  <a:cubicBezTo>
                    <a:pt x="375" y="1"/>
                    <a:pt x="363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5887150" y="3118675"/>
              <a:ext cx="28900" cy="8575"/>
            </a:xfrm>
            <a:custGeom>
              <a:avLst/>
              <a:gdLst/>
              <a:ahLst/>
              <a:cxnLst/>
              <a:rect l="l" t="t" r="r" b="b"/>
              <a:pathLst>
                <a:path w="1156" h="343" extrusionOk="0">
                  <a:moveTo>
                    <a:pt x="631" y="1"/>
                  </a:moveTo>
                  <a:cubicBezTo>
                    <a:pt x="603" y="1"/>
                    <a:pt x="575" y="3"/>
                    <a:pt x="548" y="9"/>
                  </a:cubicBezTo>
                  <a:cubicBezTo>
                    <a:pt x="396" y="9"/>
                    <a:pt x="244" y="69"/>
                    <a:pt x="122" y="161"/>
                  </a:cubicBezTo>
                  <a:cubicBezTo>
                    <a:pt x="31" y="252"/>
                    <a:pt x="1" y="313"/>
                    <a:pt x="31" y="343"/>
                  </a:cubicBezTo>
                  <a:cubicBezTo>
                    <a:pt x="31" y="343"/>
                    <a:pt x="274" y="191"/>
                    <a:pt x="578" y="191"/>
                  </a:cubicBezTo>
                  <a:cubicBezTo>
                    <a:pt x="821" y="191"/>
                    <a:pt x="1040" y="287"/>
                    <a:pt x="1108" y="287"/>
                  </a:cubicBezTo>
                  <a:cubicBezTo>
                    <a:pt x="1116" y="287"/>
                    <a:pt x="1122" y="286"/>
                    <a:pt x="1125" y="282"/>
                  </a:cubicBezTo>
                  <a:cubicBezTo>
                    <a:pt x="1156" y="221"/>
                    <a:pt x="1125" y="191"/>
                    <a:pt x="1004" y="130"/>
                  </a:cubicBezTo>
                  <a:cubicBezTo>
                    <a:pt x="904" y="55"/>
                    <a:pt x="762" y="1"/>
                    <a:pt x="6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3"/>
            <p:cNvSpPr/>
            <p:nvPr/>
          </p:nvSpPr>
          <p:spPr>
            <a:xfrm>
              <a:off x="5972250" y="3129525"/>
              <a:ext cx="16000" cy="13700"/>
            </a:xfrm>
            <a:custGeom>
              <a:avLst/>
              <a:gdLst/>
              <a:ahLst/>
              <a:cxnLst/>
              <a:rect l="l" t="t" r="r" b="b"/>
              <a:pathLst>
                <a:path w="640" h="548" extrusionOk="0">
                  <a:moveTo>
                    <a:pt x="366" y="0"/>
                  </a:moveTo>
                  <a:cubicBezTo>
                    <a:pt x="1" y="0"/>
                    <a:pt x="1" y="547"/>
                    <a:pt x="366" y="547"/>
                  </a:cubicBezTo>
                  <a:cubicBezTo>
                    <a:pt x="518" y="547"/>
                    <a:pt x="639" y="426"/>
                    <a:pt x="639" y="274"/>
                  </a:cubicBezTo>
                  <a:cubicBezTo>
                    <a:pt x="639" y="122"/>
                    <a:pt x="518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3"/>
            <p:cNvSpPr/>
            <p:nvPr/>
          </p:nvSpPr>
          <p:spPr>
            <a:xfrm>
              <a:off x="5969975" y="3119625"/>
              <a:ext cx="28900" cy="8500"/>
            </a:xfrm>
            <a:custGeom>
              <a:avLst/>
              <a:gdLst/>
              <a:ahLst/>
              <a:cxnLst/>
              <a:rect l="l" t="t" r="r" b="b"/>
              <a:pathLst>
                <a:path w="1156" h="340" extrusionOk="0">
                  <a:moveTo>
                    <a:pt x="548" y="1"/>
                  </a:moveTo>
                  <a:cubicBezTo>
                    <a:pt x="396" y="31"/>
                    <a:pt x="244" y="92"/>
                    <a:pt x="122" y="183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31" y="338"/>
                    <a:pt x="33" y="339"/>
                    <a:pt x="37" y="339"/>
                  </a:cubicBezTo>
                  <a:cubicBezTo>
                    <a:pt x="75" y="339"/>
                    <a:pt x="299" y="211"/>
                    <a:pt x="548" y="183"/>
                  </a:cubicBezTo>
                  <a:cubicBezTo>
                    <a:pt x="824" y="183"/>
                    <a:pt x="1050" y="309"/>
                    <a:pt x="1112" y="309"/>
                  </a:cubicBezTo>
                  <a:cubicBezTo>
                    <a:pt x="1118" y="309"/>
                    <a:pt x="1123" y="308"/>
                    <a:pt x="1125" y="305"/>
                  </a:cubicBezTo>
                  <a:cubicBezTo>
                    <a:pt x="1156" y="244"/>
                    <a:pt x="1095" y="214"/>
                    <a:pt x="1004" y="153"/>
                  </a:cubicBezTo>
                  <a:cubicBezTo>
                    <a:pt x="852" y="62"/>
                    <a:pt x="700" y="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3"/>
            <p:cNvSpPr/>
            <p:nvPr/>
          </p:nvSpPr>
          <p:spPr>
            <a:xfrm>
              <a:off x="5922875" y="3125725"/>
              <a:ext cx="22050" cy="67450"/>
            </a:xfrm>
            <a:custGeom>
              <a:avLst/>
              <a:gdLst/>
              <a:ahLst/>
              <a:cxnLst/>
              <a:rect l="l" t="t" r="r" b="b"/>
              <a:pathLst>
                <a:path w="882" h="2698" extrusionOk="0">
                  <a:moveTo>
                    <a:pt x="882" y="0"/>
                  </a:moveTo>
                  <a:lnTo>
                    <a:pt x="882" y="0"/>
                  </a:lnTo>
                  <a:cubicBezTo>
                    <a:pt x="639" y="517"/>
                    <a:pt x="426" y="1064"/>
                    <a:pt x="274" y="1611"/>
                  </a:cubicBezTo>
                  <a:lnTo>
                    <a:pt x="61" y="2249"/>
                  </a:lnTo>
                  <a:cubicBezTo>
                    <a:pt x="31" y="2341"/>
                    <a:pt x="0" y="2462"/>
                    <a:pt x="31" y="2553"/>
                  </a:cubicBezTo>
                  <a:cubicBezTo>
                    <a:pt x="61" y="2614"/>
                    <a:pt x="91" y="2675"/>
                    <a:pt x="152" y="2675"/>
                  </a:cubicBezTo>
                  <a:lnTo>
                    <a:pt x="274" y="2675"/>
                  </a:lnTo>
                  <a:cubicBezTo>
                    <a:pt x="365" y="2690"/>
                    <a:pt x="449" y="2698"/>
                    <a:pt x="532" y="2698"/>
                  </a:cubicBezTo>
                  <a:cubicBezTo>
                    <a:pt x="616" y="2698"/>
                    <a:pt x="699" y="2690"/>
                    <a:pt x="791" y="2675"/>
                  </a:cubicBezTo>
                  <a:cubicBezTo>
                    <a:pt x="608" y="2614"/>
                    <a:pt x="456" y="2614"/>
                    <a:pt x="304" y="2614"/>
                  </a:cubicBezTo>
                  <a:cubicBezTo>
                    <a:pt x="213" y="2614"/>
                    <a:pt x="152" y="2584"/>
                    <a:pt x="122" y="2523"/>
                  </a:cubicBezTo>
                  <a:cubicBezTo>
                    <a:pt x="122" y="2432"/>
                    <a:pt x="152" y="2371"/>
                    <a:pt x="183" y="2280"/>
                  </a:cubicBezTo>
                  <a:lnTo>
                    <a:pt x="395" y="1642"/>
                  </a:lnTo>
                  <a:cubicBezTo>
                    <a:pt x="608" y="1125"/>
                    <a:pt x="760" y="578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3"/>
            <p:cNvSpPr/>
            <p:nvPr/>
          </p:nvSpPr>
          <p:spPr>
            <a:xfrm>
              <a:off x="5930475" y="3199175"/>
              <a:ext cx="38775" cy="22400"/>
            </a:xfrm>
            <a:custGeom>
              <a:avLst/>
              <a:gdLst/>
              <a:ahLst/>
              <a:cxnLst/>
              <a:rect l="l" t="t" r="r" b="b"/>
              <a:pathLst>
                <a:path w="1551" h="896" extrusionOk="0">
                  <a:moveTo>
                    <a:pt x="1508" y="1"/>
                  </a:moveTo>
                  <a:cubicBezTo>
                    <a:pt x="1468" y="1"/>
                    <a:pt x="528" y="527"/>
                    <a:pt x="0" y="527"/>
                  </a:cubicBezTo>
                  <a:cubicBezTo>
                    <a:pt x="152" y="766"/>
                    <a:pt x="412" y="896"/>
                    <a:pt x="681" y="896"/>
                  </a:cubicBezTo>
                  <a:cubicBezTo>
                    <a:pt x="789" y="896"/>
                    <a:pt x="899" y="875"/>
                    <a:pt x="1003" y="831"/>
                  </a:cubicBezTo>
                  <a:cubicBezTo>
                    <a:pt x="1338" y="740"/>
                    <a:pt x="1550" y="406"/>
                    <a:pt x="1459" y="41"/>
                  </a:cubicBezTo>
                  <a:cubicBezTo>
                    <a:pt x="1499" y="13"/>
                    <a:pt x="1514" y="1"/>
                    <a:pt x="1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3"/>
            <p:cNvSpPr/>
            <p:nvPr/>
          </p:nvSpPr>
          <p:spPr>
            <a:xfrm>
              <a:off x="5938825" y="3264025"/>
              <a:ext cx="72225" cy="37425"/>
            </a:xfrm>
            <a:custGeom>
              <a:avLst/>
              <a:gdLst/>
              <a:ahLst/>
              <a:cxnLst/>
              <a:rect l="l" t="t" r="r" b="b"/>
              <a:pathLst>
                <a:path w="2889" h="1497" extrusionOk="0">
                  <a:moveTo>
                    <a:pt x="2888" y="0"/>
                  </a:moveTo>
                  <a:lnTo>
                    <a:pt x="2888" y="0"/>
                  </a:lnTo>
                  <a:cubicBezTo>
                    <a:pt x="2037" y="578"/>
                    <a:pt x="1034" y="912"/>
                    <a:pt x="1" y="942"/>
                  </a:cubicBezTo>
                  <a:lnTo>
                    <a:pt x="31" y="1490"/>
                  </a:lnTo>
                  <a:cubicBezTo>
                    <a:pt x="111" y="1494"/>
                    <a:pt x="188" y="1496"/>
                    <a:pt x="264" y="1496"/>
                  </a:cubicBezTo>
                  <a:cubicBezTo>
                    <a:pt x="2267" y="1496"/>
                    <a:pt x="2888" y="0"/>
                    <a:pt x="2888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3"/>
            <p:cNvSpPr/>
            <p:nvPr/>
          </p:nvSpPr>
          <p:spPr>
            <a:xfrm>
              <a:off x="5866625" y="2955750"/>
              <a:ext cx="368575" cy="416950"/>
            </a:xfrm>
            <a:custGeom>
              <a:avLst/>
              <a:gdLst/>
              <a:ahLst/>
              <a:cxnLst/>
              <a:rect l="l" t="t" r="r" b="b"/>
              <a:pathLst>
                <a:path w="14743" h="16678" extrusionOk="0">
                  <a:moveTo>
                    <a:pt x="5210" y="0"/>
                  </a:moveTo>
                  <a:cubicBezTo>
                    <a:pt x="4358" y="0"/>
                    <a:pt x="3172" y="243"/>
                    <a:pt x="1673" y="1784"/>
                  </a:cubicBezTo>
                  <a:cubicBezTo>
                    <a:pt x="396" y="3030"/>
                    <a:pt x="1" y="4884"/>
                    <a:pt x="609" y="6526"/>
                  </a:cubicBezTo>
                  <a:lnTo>
                    <a:pt x="974" y="6222"/>
                  </a:lnTo>
                  <a:lnTo>
                    <a:pt x="4165" y="5431"/>
                  </a:lnTo>
                  <a:cubicBezTo>
                    <a:pt x="3922" y="4550"/>
                    <a:pt x="4317" y="3456"/>
                    <a:pt x="4560" y="2969"/>
                  </a:cubicBezTo>
                  <a:lnTo>
                    <a:pt x="4560" y="2939"/>
                  </a:lnTo>
                  <a:cubicBezTo>
                    <a:pt x="5138" y="6282"/>
                    <a:pt x="8725" y="6678"/>
                    <a:pt x="8725" y="6678"/>
                  </a:cubicBezTo>
                  <a:lnTo>
                    <a:pt x="8360" y="16678"/>
                  </a:lnTo>
                  <a:cubicBezTo>
                    <a:pt x="8512" y="16617"/>
                    <a:pt x="8633" y="16587"/>
                    <a:pt x="8755" y="16556"/>
                  </a:cubicBezTo>
                  <a:cubicBezTo>
                    <a:pt x="11430" y="15735"/>
                    <a:pt x="13618" y="13790"/>
                    <a:pt x="14743" y="11237"/>
                  </a:cubicBezTo>
                  <a:cubicBezTo>
                    <a:pt x="13254" y="10416"/>
                    <a:pt x="12281" y="8866"/>
                    <a:pt x="12190" y="7194"/>
                  </a:cubicBezTo>
                  <a:cubicBezTo>
                    <a:pt x="12190" y="7012"/>
                    <a:pt x="12159" y="6799"/>
                    <a:pt x="12129" y="6556"/>
                  </a:cubicBezTo>
                  <a:cubicBezTo>
                    <a:pt x="12129" y="6282"/>
                    <a:pt x="12068" y="5978"/>
                    <a:pt x="12007" y="5675"/>
                  </a:cubicBezTo>
                  <a:cubicBezTo>
                    <a:pt x="10913" y="994"/>
                    <a:pt x="6962" y="82"/>
                    <a:pt x="6171" y="51"/>
                  </a:cubicBezTo>
                  <a:cubicBezTo>
                    <a:pt x="5923" y="51"/>
                    <a:pt x="5601" y="0"/>
                    <a:pt x="52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4927400" y="3020100"/>
              <a:ext cx="758400" cy="41800"/>
            </a:xfrm>
            <a:custGeom>
              <a:avLst/>
              <a:gdLst/>
              <a:ahLst/>
              <a:cxnLst/>
              <a:rect l="l" t="t" r="r" b="b"/>
              <a:pathLst>
                <a:path w="30336" h="1672" extrusionOk="0">
                  <a:moveTo>
                    <a:pt x="1" y="0"/>
                  </a:moveTo>
                  <a:lnTo>
                    <a:pt x="1" y="1672"/>
                  </a:lnTo>
                  <a:lnTo>
                    <a:pt x="30336" y="1672"/>
                  </a:lnTo>
                  <a:lnTo>
                    <a:pt x="3033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4927400" y="3127225"/>
              <a:ext cx="758400" cy="41825"/>
            </a:xfrm>
            <a:custGeom>
              <a:avLst/>
              <a:gdLst/>
              <a:ahLst/>
              <a:cxnLst/>
              <a:rect l="l" t="t" r="r" b="b"/>
              <a:pathLst>
                <a:path w="30336" h="1673" extrusionOk="0">
                  <a:moveTo>
                    <a:pt x="1" y="1"/>
                  </a:moveTo>
                  <a:lnTo>
                    <a:pt x="1" y="1673"/>
                  </a:lnTo>
                  <a:lnTo>
                    <a:pt x="30336" y="1673"/>
                  </a:lnTo>
                  <a:lnTo>
                    <a:pt x="3033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4927400" y="3232100"/>
              <a:ext cx="375425" cy="41825"/>
            </a:xfrm>
            <a:custGeom>
              <a:avLst/>
              <a:gdLst/>
              <a:ahLst/>
              <a:cxnLst/>
              <a:rect l="l" t="t" r="r" b="b"/>
              <a:pathLst>
                <a:path w="15017" h="1673" extrusionOk="0">
                  <a:moveTo>
                    <a:pt x="1" y="1"/>
                  </a:moveTo>
                  <a:lnTo>
                    <a:pt x="1" y="1672"/>
                  </a:lnTo>
                  <a:lnTo>
                    <a:pt x="15016" y="1672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6011025" y="4375725"/>
              <a:ext cx="335900" cy="164175"/>
            </a:xfrm>
            <a:custGeom>
              <a:avLst/>
              <a:gdLst/>
              <a:ahLst/>
              <a:cxnLst/>
              <a:rect l="l" t="t" r="r" b="b"/>
              <a:pathLst>
                <a:path w="13436" h="6567" extrusionOk="0">
                  <a:moveTo>
                    <a:pt x="6748" y="1"/>
                  </a:moveTo>
                  <a:lnTo>
                    <a:pt x="0" y="1277"/>
                  </a:lnTo>
                  <a:lnTo>
                    <a:pt x="973" y="6566"/>
                  </a:lnTo>
                  <a:lnTo>
                    <a:pt x="1398" y="6506"/>
                  </a:lnTo>
                  <a:cubicBezTo>
                    <a:pt x="3283" y="6262"/>
                    <a:pt x="10943" y="5107"/>
                    <a:pt x="12128" y="4499"/>
                  </a:cubicBezTo>
                  <a:cubicBezTo>
                    <a:pt x="13435" y="3800"/>
                    <a:pt x="7447" y="3588"/>
                    <a:pt x="7447" y="3588"/>
                  </a:cubicBezTo>
                  <a:lnTo>
                    <a:pt x="674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3"/>
            <p:cNvSpPr/>
            <p:nvPr/>
          </p:nvSpPr>
          <p:spPr>
            <a:xfrm>
              <a:off x="6026225" y="4487875"/>
              <a:ext cx="69925" cy="49750"/>
            </a:xfrm>
            <a:custGeom>
              <a:avLst/>
              <a:gdLst/>
              <a:ahLst/>
              <a:cxnLst/>
              <a:rect l="l" t="t" r="r" b="b"/>
              <a:pathLst>
                <a:path w="2797" h="1990" extrusionOk="0">
                  <a:moveTo>
                    <a:pt x="549" y="1"/>
                  </a:moveTo>
                  <a:cubicBezTo>
                    <a:pt x="363" y="1"/>
                    <a:pt x="178" y="25"/>
                    <a:pt x="0" y="74"/>
                  </a:cubicBezTo>
                  <a:lnTo>
                    <a:pt x="365" y="1989"/>
                  </a:lnTo>
                  <a:lnTo>
                    <a:pt x="2796" y="1564"/>
                  </a:lnTo>
                  <a:cubicBezTo>
                    <a:pt x="2584" y="986"/>
                    <a:pt x="2189" y="530"/>
                    <a:pt x="1672" y="287"/>
                  </a:cubicBezTo>
                  <a:cubicBezTo>
                    <a:pt x="1323" y="103"/>
                    <a:pt x="934" y="1"/>
                    <a:pt x="54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3"/>
            <p:cNvSpPr/>
            <p:nvPr/>
          </p:nvSpPr>
          <p:spPr>
            <a:xfrm>
              <a:off x="6035325" y="4470725"/>
              <a:ext cx="288800" cy="69175"/>
            </a:xfrm>
            <a:custGeom>
              <a:avLst/>
              <a:gdLst/>
              <a:ahLst/>
              <a:cxnLst/>
              <a:rect l="l" t="t" r="r" b="b"/>
              <a:pathLst>
                <a:path w="11552" h="2767" extrusionOk="0">
                  <a:moveTo>
                    <a:pt x="9423" y="0"/>
                  </a:moveTo>
                  <a:cubicBezTo>
                    <a:pt x="9028" y="91"/>
                    <a:pt x="8998" y="973"/>
                    <a:pt x="8998" y="973"/>
                  </a:cubicBezTo>
                  <a:lnTo>
                    <a:pt x="1" y="2614"/>
                  </a:lnTo>
                  <a:lnTo>
                    <a:pt x="1" y="2766"/>
                  </a:lnTo>
                  <a:cubicBezTo>
                    <a:pt x="3466" y="2402"/>
                    <a:pt x="11156" y="943"/>
                    <a:pt x="11369" y="578"/>
                  </a:cubicBezTo>
                  <a:cubicBezTo>
                    <a:pt x="11551" y="213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3"/>
            <p:cNvSpPr/>
            <p:nvPr/>
          </p:nvSpPr>
          <p:spPr>
            <a:xfrm>
              <a:off x="6035325" y="4482875"/>
              <a:ext cx="280425" cy="53225"/>
            </a:xfrm>
            <a:custGeom>
              <a:avLst/>
              <a:gdLst/>
              <a:ahLst/>
              <a:cxnLst/>
              <a:rect l="l" t="t" r="r" b="b"/>
              <a:pathLst>
                <a:path w="11217" h="2129" extrusionOk="0">
                  <a:moveTo>
                    <a:pt x="11217" y="1"/>
                  </a:moveTo>
                  <a:lnTo>
                    <a:pt x="10882" y="61"/>
                  </a:lnTo>
                  <a:lnTo>
                    <a:pt x="9667" y="335"/>
                  </a:lnTo>
                  <a:cubicBezTo>
                    <a:pt x="8633" y="548"/>
                    <a:pt x="7205" y="821"/>
                    <a:pt x="5624" y="1125"/>
                  </a:cubicBezTo>
                  <a:cubicBezTo>
                    <a:pt x="4043" y="1429"/>
                    <a:pt x="2615" y="1672"/>
                    <a:pt x="1551" y="1855"/>
                  </a:cubicBezTo>
                  <a:lnTo>
                    <a:pt x="335" y="2068"/>
                  </a:lnTo>
                  <a:lnTo>
                    <a:pt x="1" y="2128"/>
                  </a:lnTo>
                  <a:lnTo>
                    <a:pt x="335" y="2098"/>
                  </a:lnTo>
                  <a:lnTo>
                    <a:pt x="1581" y="1916"/>
                  </a:lnTo>
                  <a:cubicBezTo>
                    <a:pt x="2615" y="1733"/>
                    <a:pt x="4043" y="1520"/>
                    <a:pt x="5624" y="1216"/>
                  </a:cubicBezTo>
                  <a:cubicBezTo>
                    <a:pt x="7205" y="913"/>
                    <a:pt x="8633" y="609"/>
                    <a:pt x="9667" y="396"/>
                  </a:cubicBezTo>
                  <a:lnTo>
                    <a:pt x="10882" y="92"/>
                  </a:lnTo>
                  <a:lnTo>
                    <a:pt x="1121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3"/>
            <p:cNvSpPr/>
            <p:nvPr/>
          </p:nvSpPr>
          <p:spPr>
            <a:xfrm>
              <a:off x="6258750" y="4468450"/>
              <a:ext cx="12925" cy="29650"/>
            </a:xfrm>
            <a:custGeom>
              <a:avLst/>
              <a:gdLst/>
              <a:ahLst/>
              <a:cxnLst/>
              <a:rect l="l" t="t" r="r" b="b"/>
              <a:pathLst>
                <a:path w="517" h="1186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04" y="122"/>
                    <a:pt x="152" y="304"/>
                    <a:pt x="91" y="517"/>
                  </a:cubicBezTo>
                  <a:cubicBezTo>
                    <a:pt x="0" y="730"/>
                    <a:pt x="0" y="973"/>
                    <a:pt x="61" y="1186"/>
                  </a:cubicBezTo>
                  <a:cubicBezTo>
                    <a:pt x="91" y="973"/>
                    <a:pt x="122" y="760"/>
                    <a:pt x="183" y="547"/>
                  </a:cubicBezTo>
                  <a:cubicBezTo>
                    <a:pt x="274" y="365"/>
                    <a:pt x="365" y="182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3"/>
            <p:cNvSpPr/>
            <p:nvPr/>
          </p:nvSpPr>
          <p:spPr>
            <a:xfrm>
              <a:off x="6206300" y="4466150"/>
              <a:ext cx="6875" cy="16000"/>
            </a:xfrm>
            <a:custGeom>
              <a:avLst/>
              <a:gdLst/>
              <a:ahLst/>
              <a:cxnLst/>
              <a:rect l="l" t="t" r="r" b="b"/>
              <a:pathLst>
                <a:path w="275" h="640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92"/>
                    <a:pt x="92" y="183"/>
                    <a:pt x="62" y="305"/>
                  </a:cubicBezTo>
                  <a:cubicBezTo>
                    <a:pt x="31" y="396"/>
                    <a:pt x="1" y="518"/>
                    <a:pt x="1" y="639"/>
                  </a:cubicBezTo>
                  <a:cubicBezTo>
                    <a:pt x="1" y="639"/>
                    <a:pt x="92" y="518"/>
                    <a:pt x="153" y="335"/>
                  </a:cubicBezTo>
                  <a:cubicBezTo>
                    <a:pt x="214" y="153"/>
                    <a:pt x="274" y="31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3"/>
            <p:cNvSpPr/>
            <p:nvPr/>
          </p:nvSpPr>
          <p:spPr>
            <a:xfrm>
              <a:off x="6190350" y="4466025"/>
              <a:ext cx="9900" cy="11550"/>
            </a:xfrm>
            <a:custGeom>
              <a:avLst/>
              <a:gdLst/>
              <a:ahLst/>
              <a:cxnLst/>
              <a:rect l="l" t="t" r="r" b="b"/>
              <a:pathLst>
                <a:path w="396" h="462" extrusionOk="0">
                  <a:moveTo>
                    <a:pt x="361" y="0"/>
                  </a:moveTo>
                  <a:cubicBezTo>
                    <a:pt x="341" y="0"/>
                    <a:pt x="258" y="83"/>
                    <a:pt x="153" y="188"/>
                  </a:cubicBezTo>
                  <a:cubicBezTo>
                    <a:pt x="61" y="340"/>
                    <a:pt x="1" y="431"/>
                    <a:pt x="31" y="462"/>
                  </a:cubicBezTo>
                  <a:cubicBezTo>
                    <a:pt x="31" y="462"/>
                    <a:pt x="153" y="371"/>
                    <a:pt x="244" y="249"/>
                  </a:cubicBezTo>
                  <a:cubicBezTo>
                    <a:pt x="335" y="128"/>
                    <a:pt x="396" y="6"/>
                    <a:pt x="365" y="6"/>
                  </a:cubicBezTo>
                  <a:cubicBezTo>
                    <a:pt x="365" y="2"/>
                    <a:pt x="364" y="0"/>
                    <a:pt x="3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3"/>
            <p:cNvSpPr/>
            <p:nvPr/>
          </p:nvSpPr>
          <p:spPr>
            <a:xfrm>
              <a:off x="6179725" y="4459575"/>
              <a:ext cx="17500" cy="3875"/>
            </a:xfrm>
            <a:custGeom>
              <a:avLst/>
              <a:gdLst/>
              <a:ahLst/>
              <a:cxnLst/>
              <a:rect l="l" t="t" r="r" b="b"/>
              <a:pathLst>
                <a:path w="700" h="155" extrusionOk="0">
                  <a:moveTo>
                    <a:pt x="537" y="1"/>
                  </a:moveTo>
                  <a:cubicBezTo>
                    <a:pt x="457" y="1"/>
                    <a:pt x="375" y="16"/>
                    <a:pt x="304" y="51"/>
                  </a:cubicBezTo>
                  <a:cubicBezTo>
                    <a:pt x="182" y="51"/>
                    <a:pt x="91" y="82"/>
                    <a:pt x="0" y="142"/>
                  </a:cubicBezTo>
                  <a:cubicBezTo>
                    <a:pt x="27" y="151"/>
                    <a:pt x="56" y="155"/>
                    <a:pt x="87" y="155"/>
                  </a:cubicBezTo>
                  <a:cubicBezTo>
                    <a:pt x="162" y="155"/>
                    <a:pt x="248" y="133"/>
                    <a:pt x="334" y="112"/>
                  </a:cubicBezTo>
                  <a:cubicBezTo>
                    <a:pt x="456" y="112"/>
                    <a:pt x="578" y="82"/>
                    <a:pt x="699" y="21"/>
                  </a:cubicBezTo>
                  <a:cubicBezTo>
                    <a:pt x="649" y="8"/>
                    <a:pt x="593" y="1"/>
                    <a:pt x="5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3"/>
            <p:cNvSpPr/>
            <p:nvPr/>
          </p:nvSpPr>
          <p:spPr>
            <a:xfrm>
              <a:off x="6174400" y="4450200"/>
              <a:ext cx="19775" cy="3600"/>
            </a:xfrm>
            <a:custGeom>
              <a:avLst/>
              <a:gdLst/>
              <a:ahLst/>
              <a:cxnLst/>
              <a:rect l="l" t="t" r="r" b="b"/>
              <a:pathLst>
                <a:path w="791" h="144" extrusionOk="0">
                  <a:moveTo>
                    <a:pt x="791" y="1"/>
                  </a:moveTo>
                  <a:cubicBezTo>
                    <a:pt x="669" y="1"/>
                    <a:pt x="517" y="31"/>
                    <a:pt x="395" y="61"/>
                  </a:cubicBezTo>
                  <a:cubicBezTo>
                    <a:pt x="274" y="61"/>
                    <a:pt x="122" y="61"/>
                    <a:pt x="0" y="92"/>
                  </a:cubicBezTo>
                  <a:cubicBezTo>
                    <a:pt x="103" y="126"/>
                    <a:pt x="205" y="143"/>
                    <a:pt x="306" y="143"/>
                  </a:cubicBezTo>
                  <a:cubicBezTo>
                    <a:pt x="475" y="143"/>
                    <a:pt x="639" y="96"/>
                    <a:pt x="7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6208600" y="4446575"/>
              <a:ext cx="30400" cy="21900"/>
            </a:xfrm>
            <a:custGeom>
              <a:avLst/>
              <a:gdLst/>
              <a:ahLst/>
              <a:cxnLst/>
              <a:rect l="l" t="t" r="r" b="b"/>
              <a:pathLst>
                <a:path w="1216" h="876" extrusionOk="0">
                  <a:moveTo>
                    <a:pt x="871" y="84"/>
                  </a:moveTo>
                  <a:cubicBezTo>
                    <a:pt x="935" y="84"/>
                    <a:pt x="999" y="94"/>
                    <a:pt x="1064" y="115"/>
                  </a:cubicBezTo>
                  <a:cubicBezTo>
                    <a:pt x="1155" y="146"/>
                    <a:pt x="1125" y="237"/>
                    <a:pt x="1064" y="298"/>
                  </a:cubicBezTo>
                  <a:cubicBezTo>
                    <a:pt x="1003" y="328"/>
                    <a:pt x="942" y="389"/>
                    <a:pt x="851" y="450"/>
                  </a:cubicBezTo>
                  <a:cubicBezTo>
                    <a:pt x="699" y="510"/>
                    <a:pt x="578" y="571"/>
                    <a:pt x="426" y="632"/>
                  </a:cubicBezTo>
                  <a:cubicBezTo>
                    <a:pt x="304" y="693"/>
                    <a:pt x="197" y="731"/>
                    <a:pt x="121" y="754"/>
                  </a:cubicBezTo>
                  <a:lnTo>
                    <a:pt x="121" y="754"/>
                  </a:lnTo>
                  <a:cubicBezTo>
                    <a:pt x="144" y="661"/>
                    <a:pt x="171" y="563"/>
                    <a:pt x="213" y="480"/>
                  </a:cubicBezTo>
                  <a:cubicBezTo>
                    <a:pt x="304" y="358"/>
                    <a:pt x="395" y="237"/>
                    <a:pt x="547" y="176"/>
                  </a:cubicBezTo>
                  <a:cubicBezTo>
                    <a:pt x="645" y="117"/>
                    <a:pt x="756" y="84"/>
                    <a:pt x="871" y="84"/>
                  </a:cubicBezTo>
                  <a:close/>
                  <a:moveTo>
                    <a:pt x="920" y="1"/>
                  </a:moveTo>
                  <a:cubicBezTo>
                    <a:pt x="600" y="1"/>
                    <a:pt x="308" y="173"/>
                    <a:pt x="182" y="450"/>
                  </a:cubicBezTo>
                  <a:cubicBezTo>
                    <a:pt x="125" y="535"/>
                    <a:pt x="95" y="648"/>
                    <a:pt x="92" y="762"/>
                  </a:cubicBezTo>
                  <a:lnTo>
                    <a:pt x="92" y="762"/>
                  </a:lnTo>
                  <a:cubicBezTo>
                    <a:pt x="34" y="778"/>
                    <a:pt x="0" y="784"/>
                    <a:pt x="0" y="784"/>
                  </a:cubicBezTo>
                  <a:cubicBezTo>
                    <a:pt x="30" y="784"/>
                    <a:pt x="61" y="783"/>
                    <a:pt x="91" y="780"/>
                  </a:cubicBezTo>
                  <a:lnTo>
                    <a:pt x="91" y="780"/>
                  </a:lnTo>
                  <a:cubicBezTo>
                    <a:pt x="91" y="782"/>
                    <a:pt x="91" y="783"/>
                    <a:pt x="91" y="784"/>
                  </a:cubicBezTo>
                  <a:cubicBezTo>
                    <a:pt x="91" y="814"/>
                    <a:pt x="91" y="845"/>
                    <a:pt x="91" y="875"/>
                  </a:cubicBezTo>
                  <a:cubicBezTo>
                    <a:pt x="99" y="844"/>
                    <a:pt x="107" y="812"/>
                    <a:pt x="115" y="778"/>
                  </a:cubicBezTo>
                  <a:lnTo>
                    <a:pt x="115" y="778"/>
                  </a:lnTo>
                  <a:cubicBezTo>
                    <a:pt x="228" y="767"/>
                    <a:pt x="342" y="738"/>
                    <a:pt x="456" y="693"/>
                  </a:cubicBezTo>
                  <a:cubicBezTo>
                    <a:pt x="608" y="662"/>
                    <a:pt x="760" y="602"/>
                    <a:pt x="882" y="510"/>
                  </a:cubicBezTo>
                  <a:cubicBezTo>
                    <a:pt x="973" y="480"/>
                    <a:pt x="1064" y="419"/>
                    <a:pt x="1125" y="358"/>
                  </a:cubicBezTo>
                  <a:cubicBezTo>
                    <a:pt x="1185" y="328"/>
                    <a:pt x="1216" y="267"/>
                    <a:pt x="1216" y="206"/>
                  </a:cubicBezTo>
                  <a:cubicBezTo>
                    <a:pt x="1216" y="146"/>
                    <a:pt x="1185" y="54"/>
                    <a:pt x="1125" y="24"/>
                  </a:cubicBezTo>
                  <a:cubicBezTo>
                    <a:pt x="1056" y="8"/>
                    <a:pt x="988" y="1"/>
                    <a:pt x="9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6194150" y="4446975"/>
              <a:ext cx="18275" cy="19200"/>
            </a:xfrm>
            <a:custGeom>
              <a:avLst/>
              <a:gdLst/>
              <a:ahLst/>
              <a:cxnLst/>
              <a:rect l="l" t="t" r="r" b="b"/>
              <a:pathLst>
                <a:path w="731" h="768" extrusionOk="0">
                  <a:moveTo>
                    <a:pt x="200" y="0"/>
                  </a:moveTo>
                  <a:cubicBezTo>
                    <a:pt x="174" y="0"/>
                    <a:pt x="148" y="3"/>
                    <a:pt x="122" y="8"/>
                  </a:cubicBezTo>
                  <a:cubicBezTo>
                    <a:pt x="31" y="38"/>
                    <a:pt x="1" y="160"/>
                    <a:pt x="31" y="251"/>
                  </a:cubicBezTo>
                  <a:cubicBezTo>
                    <a:pt x="61" y="312"/>
                    <a:pt x="92" y="373"/>
                    <a:pt x="153" y="434"/>
                  </a:cubicBezTo>
                  <a:cubicBezTo>
                    <a:pt x="213" y="494"/>
                    <a:pt x="304" y="586"/>
                    <a:pt x="396" y="646"/>
                  </a:cubicBezTo>
                  <a:cubicBezTo>
                    <a:pt x="487" y="707"/>
                    <a:pt x="578" y="738"/>
                    <a:pt x="669" y="768"/>
                  </a:cubicBezTo>
                  <a:cubicBezTo>
                    <a:pt x="669" y="768"/>
                    <a:pt x="578" y="707"/>
                    <a:pt x="426" y="586"/>
                  </a:cubicBezTo>
                  <a:cubicBezTo>
                    <a:pt x="335" y="525"/>
                    <a:pt x="274" y="464"/>
                    <a:pt x="183" y="373"/>
                  </a:cubicBezTo>
                  <a:cubicBezTo>
                    <a:pt x="122" y="282"/>
                    <a:pt x="61" y="130"/>
                    <a:pt x="153" y="99"/>
                  </a:cubicBezTo>
                  <a:cubicBezTo>
                    <a:pt x="174" y="94"/>
                    <a:pt x="196" y="91"/>
                    <a:pt x="217" y="91"/>
                  </a:cubicBezTo>
                  <a:cubicBezTo>
                    <a:pt x="316" y="91"/>
                    <a:pt x="412" y="146"/>
                    <a:pt x="487" y="221"/>
                  </a:cubicBezTo>
                  <a:cubicBezTo>
                    <a:pt x="548" y="282"/>
                    <a:pt x="608" y="373"/>
                    <a:pt x="669" y="494"/>
                  </a:cubicBezTo>
                  <a:cubicBezTo>
                    <a:pt x="669" y="586"/>
                    <a:pt x="700" y="677"/>
                    <a:pt x="700" y="768"/>
                  </a:cubicBezTo>
                  <a:cubicBezTo>
                    <a:pt x="730" y="677"/>
                    <a:pt x="730" y="555"/>
                    <a:pt x="700" y="464"/>
                  </a:cubicBezTo>
                  <a:cubicBezTo>
                    <a:pt x="669" y="342"/>
                    <a:pt x="608" y="251"/>
                    <a:pt x="517" y="160"/>
                  </a:cubicBezTo>
                  <a:cubicBezTo>
                    <a:pt x="442" y="59"/>
                    <a:pt x="324" y="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6026975" y="4485625"/>
              <a:ext cx="69175" cy="39900"/>
            </a:xfrm>
            <a:custGeom>
              <a:avLst/>
              <a:gdLst/>
              <a:ahLst/>
              <a:cxnLst/>
              <a:rect l="l" t="t" r="r" b="b"/>
              <a:pathLst>
                <a:path w="2767" h="1596" extrusionOk="0">
                  <a:moveTo>
                    <a:pt x="745" y="0"/>
                  </a:moveTo>
                  <a:cubicBezTo>
                    <a:pt x="670" y="0"/>
                    <a:pt x="593" y="4"/>
                    <a:pt x="517" y="12"/>
                  </a:cubicBezTo>
                  <a:cubicBezTo>
                    <a:pt x="365" y="43"/>
                    <a:pt x="244" y="43"/>
                    <a:pt x="122" y="103"/>
                  </a:cubicBezTo>
                  <a:cubicBezTo>
                    <a:pt x="92" y="103"/>
                    <a:pt x="31" y="134"/>
                    <a:pt x="0" y="164"/>
                  </a:cubicBezTo>
                  <a:cubicBezTo>
                    <a:pt x="0" y="164"/>
                    <a:pt x="183" y="103"/>
                    <a:pt x="517" y="73"/>
                  </a:cubicBezTo>
                  <a:cubicBezTo>
                    <a:pt x="567" y="69"/>
                    <a:pt x="618" y="67"/>
                    <a:pt x="668" y="67"/>
                  </a:cubicBezTo>
                  <a:cubicBezTo>
                    <a:pt x="1012" y="67"/>
                    <a:pt x="1354" y="157"/>
                    <a:pt x="1672" y="316"/>
                  </a:cubicBezTo>
                  <a:cubicBezTo>
                    <a:pt x="2037" y="499"/>
                    <a:pt x="2341" y="803"/>
                    <a:pt x="2554" y="1137"/>
                  </a:cubicBezTo>
                  <a:cubicBezTo>
                    <a:pt x="2696" y="1393"/>
                    <a:pt x="2732" y="1596"/>
                    <a:pt x="2761" y="1596"/>
                  </a:cubicBezTo>
                  <a:cubicBezTo>
                    <a:pt x="2763" y="1596"/>
                    <a:pt x="2765" y="1595"/>
                    <a:pt x="2766" y="1593"/>
                  </a:cubicBezTo>
                  <a:cubicBezTo>
                    <a:pt x="2766" y="1562"/>
                    <a:pt x="2736" y="1502"/>
                    <a:pt x="2736" y="1471"/>
                  </a:cubicBezTo>
                  <a:cubicBezTo>
                    <a:pt x="2706" y="1350"/>
                    <a:pt x="2645" y="1228"/>
                    <a:pt x="2584" y="1106"/>
                  </a:cubicBezTo>
                  <a:cubicBezTo>
                    <a:pt x="2224" y="415"/>
                    <a:pt x="1512" y="0"/>
                    <a:pt x="7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3"/>
            <p:cNvSpPr/>
            <p:nvPr/>
          </p:nvSpPr>
          <p:spPr>
            <a:xfrm>
              <a:off x="6031525" y="4416000"/>
              <a:ext cx="12200" cy="69175"/>
            </a:xfrm>
            <a:custGeom>
              <a:avLst/>
              <a:gdLst/>
              <a:ahLst/>
              <a:cxnLst/>
              <a:rect l="l" t="t" r="r" b="b"/>
              <a:pathLst>
                <a:path w="488" h="2767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457"/>
                    <a:pt x="92" y="943"/>
                    <a:pt x="183" y="1399"/>
                  </a:cubicBezTo>
                  <a:cubicBezTo>
                    <a:pt x="274" y="1855"/>
                    <a:pt x="366" y="2311"/>
                    <a:pt x="487" y="2767"/>
                  </a:cubicBezTo>
                  <a:cubicBezTo>
                    <a:pt x="426" y="2311"/>
                    <a:pt x="366" y="1855"/>
                    <a:pt x="274" y="1369"/>
                  </a:cubicBezTo>
                  <a:cubicBezTo>
                    <a:pt x="214" y="913"/>
                    <a:pt x="122" y="457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6114350" y="4497200"/>
              <a:ext cx="49425" cy="9250"/>
            </a:xfrm>
            <a:custGeom>
              <a:avLst/>
              <a:gdLst/>
              <a:ahLst/>
              <a:cxnLst/>
              <a:rect l="l" t="t" r="r" b="b"/>
              <a:pathLst>
                <a:path w="1977" h="370" extrusionOk="0">
                  <a:moveTo>
                    <a:pt x="1962" y="0"/>
                  </a:moveTo>
                  <a:cubicBezTo>
                    <a:pt x="1884" y="0"/>
                    <a:pt x="1493" y="106"/>
                    <a:pt x="1004" y="188"/>
                  </a:cubicBezTo>
                  <a:cubicBezTo>
                    <a:pt x="457" y="279"/>
                    <a:pt x="1" y="340"/>
                    <a:pt x="1" y="370"/>
                  </a:cubicBezTo>
                  <a:cubicBezTo>
                    <a:pt x="335" y="370"/>
                    <a:pt x="670" y="340"/>
                    <a:pt x="1004" y="279"/>
                  </a:cubicBezTo>
                  <a:cubicBezTo>
                    <a:pt x="1338" y="218"/>
                    <a:pt x="1673" y="127"/>
                    <a:pt x="1977" y="5"/>
                  </a:cubicBezTo>
                  <a:cubicBezTo>
                    <a:pt x="1977" y="2"/>
                    <a:pt x="1972" y="0"/>
                    <a:pt x="19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3"/>
            <p:cNvSpPr/>
            <p:nvPr/>
          </p:nvSpPr>
          <p:spPr>
            <a:xfrm>
              <a:off x="6081675" y="4512325"/>
              <a:ext cx="6875" cy="9325"/>
            </a:xfrm>
            <a:custGeom>
              <a:avLst/>
              <a:gdLst/>
              <a:ahLst/>
              <a:cxnLst/>
              <a:rect l="l" t="t" r="r" b="b"/>
              <a:pathLst>
                <a:path w="275" h="373" extrusionOk="0">
                  <a:moveTo>
                    <a:pt x="11" y="0"/>
                  </a:moveTo>
                  <a:cubicBezTo>
                    <a:pt x="5" y="0"/>
                    <a:pt x="1" y="3"/>
                    <a:pt x="1" y="8"/>
                  </a:cubicBezTo>
                  <a:cubicBezTo>
                    <a:pt x="1" y="38"/>
                    <a:pt x="31" y="99"/>
                    <a:pt x="92" y="190"/>
                  </a:cubicBezTo>
                  <a:cubicBezTo>
                    <a:pt x="183" y="282"/>
                    <a:pt x="214" y="373"/>
                    <a:pt x="244" y="373"/>
                  </a:cubicBezTo>
                  <a:cubicBezTo>
                    <a:pt x="275" y="342"/>
                    <a:pt x="244" y="251"/>
                    <a:pt x="183" y="130"/>
                  </a:cubicBezTo>
                  <a:cubicBezTo>
                    <a:pt x="133" y="55"/>
                    <a:pt x="42" y="0"/>
                    <a:pt x="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6065725" y="4499300"/>
              <a:ext cx="8375" cy="5650"/>
            </a:xfrm>
            <a:custGeom>
              <a:avLst/>
              <a:gdLst/>
              <a:ahLst/>
              <a:cxnLst/>
              <a:rect l="l" t="t" r="r" b="b"/>
              <a:pathLst>
                <a:path w="335" h="226" extrusionOk="0">
                  <a:moveTo>
                    <a:pt x="32" y="0"/>
                  </a:moveTo>
                  <a:cubicBezTo>
                    <a:pt x="19" y="0"/>
                    <a:pt x="9" y="4"/>
                    <a:pt x="1" y="12"/>
                  </a:cubicBezTo>
                  <a:cubicBezTo>
                    <a:pt x="1" y="12"/>
                    <a:pt x="61" y="73"/>
                    <a:pt x="153" y="134"/>
                  </a:cubicBezTo>
                  <a:cubicBezTo>
                    <a:pt x="213" y="195"/>
                    <a:pt x="305" y="225"/>
                    <a:pt x="305" y="225"/>
                  </a:cubicBezTo>
                  <a:cubicBezTo>
                    <a:pt x="335" y="195"/>
                    <a:pt x="274" y="134"/>
                    <a:pt x="183" y="73"/>
                  </a:cubicBezTo>
                  <a:cubicBezTo>
                    <a:pt x="116" y="29"/>
                    <a:pt x="66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3"/>
            <p:cNvSpPr/>
            <p:nvPr/>
          </p:nvSpPr>
          <p:spPr>
            <a:xfrm>
              <a:off x="6046725" y="4494075"/>
              <a:ext cx="10675" cy="3275"/>
            </a:xfrm>
            <a:custGeom>
              <a:avLst/>
              <a:gdLst/>
              <a:ahLst/>
              <a:cxnLst/>
              <a:rect l="l" t="t" r="r" b="b"/>
              <a:pathLst>
                <a:path w="427" h="131" extrusionOk="0">
                  <a:moveTo>
                    <a:pt x="148" y="0"/>
                  </a:moveTo>
                  <a:cubicBezTo>
                    <a:pt x="60" y="0"/>
                    <a:pt x="1" y="45"/>
                    <a:pt x="1" y="69"/>
                  </a:cubicBezTo>
                  <a:cubicBezTo>
                    <a:pt x="1" y="79"/>
                    <a:pt x="11" y="83"/>
                    <a:pt x="29" y="83"/>
                  </a:cubicBezTo>
                  <a:cubicBezTo>
                    <a:pt x="65" y="83"/>
                    <a:pt x="132" y="69"/>
                    <a:pt x="214" y="69"/>
                  </a:cubicBezTo>
                  <a:cubicBezTo>
                    <a:pt x="305" y="100"/>
                    <a:pt x="396" y="130"/>
                    <a:pt x="396" y="130"/>
                  </a:cubicBezTo>
                  <a:cubicBezTo>
                    <a:pt x="426" y="100"/>
                    <a:pt x="366" y="9"/>
                    <a:pt x="214" y="9"/>
                  </a:cubicBezTo>
                  <a:cubicBezTo>
                    <a:pt x="190" y="3"/>
                    <a:pt x="168" y="0"/>
                    <a:pt x="1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3"/>
            <p:cNvSpPr/>
            <p:nvPr/>
          </p:nvSpPr>
          <p:spPr>
            <a:xfrm>
              <a:off x="6033825" y="4493950"/>
              <a:ext cx="5325" cy="2625"/>
            </a:xfrm>
            <a:custGeom>
              <a:avLst/>
              <a:gdLst/>
              <a:ahLst/>
              <a:cxnLst/>
              <a:rect l="l" t="t" r="r" b="b"/>
              <a:pathLst>
                <a:path w="213" h="105" extrusionOk="0">
                  <a:moveTo>
                    <a:pt x="59" y="1"/>
                  </a:moveTo>
                  <a:cubicBezTo>
                    <a:pt x="30" y="1"/>
                    <a:pt x="0" y="22"/>
                    <a:pt x="0" y="44"/>
                  </a:cubicBezTo>
                  <a:cubicBezTo>
                    <a:pt x="0" y="44"/>
                    <a:pt x="30" y="74"/>
                    <a:pt x="91" y="105"/>
                  </a:cubicBezTo>
                  <a:cubicBezTo>
                    <a:pt x="152" y="105"/>
                    <a:pt x="213" y="105"/>
                    <a:pt x="213" y="74"/>
                  </a:cubicBezTo>
                  <a:cubicBezTo>
                    <a:pt x="213" y="44"/>
                    <a:pt x="152" y="14"/>
                    <a:pt x="91" y="14"/>
                  </a:cubicBezTo>
                  <a:cubicBezTo>
                    <a:pt x="82" y="5"/>
                    <a:pt x="71" y="1"/>
                    <a:pt x="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>
              <a:off x="5467700" y="3769200"/>
              <a:ext cx="737125" cy="709150"/>
            </a:xfrm>
            <a:custGeom>
              <a:avLst/>
              <a:gdLst/>
              <a:ahLst/>
              <a:cxnLst/>
              <a:rect l="l" t="t" r="r" b="b"/>
              <a:pathLst>
                <a:path w="29485" h="28366" extrusionOk="0">
                  <a:moveTo>
                    <a:pt x="18528" y="0"/>
                  </a:moveTo>
                  <a:cubicBezTo>
                    <a:pt x="18249" y="0"/>
                    <a:pt x="18086" y="37"/>
                    <a:pt x="18086" y="37"/>
                  </a:cubicBezTo>
                  <a:cubicBezTo>
                    <a:pt x="9332" y="219"/>
                    <a:pt x="0" y="21131"/>
                    <a:pt x="0" y="21131"/>
                  </a:cubicBezTo>
                  <a:lnTo>
                    <a:pt x="13101" y="22499"/>
                  </a:lnTo>
                  <a:lnTo>
                    <a:pt x="17295" y="12924"/>
                  </a:lnTo>
                  <a:lnTo>
                    <a:pt x="20609" y="28365"/>
                  </a:lnTo>
                  <a:lnTo>
                    <a:pt x="29484" y="26845"/>
                  </a:lnTo>
                  <a:cubicBezTo>
                    <a:pt x="29484" y="26845"/>
                    <a:pt x="26141" y="14414"/>
                    <a:pt x="25137" y="9216"/>
                  </a:cubicBezTo>
                  <a:cubicBezTo>
                    <a:pt x="23516" y="758"/>
                    <a:pt x="19805" y="0"/>
                    <a:pt x="185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5967700" y="4412200"/>
              <a:ext cx="247750" cy="75250"/>
            </a:xfrm>
            <a:custGeom>
              <a:avLst/>
              <a:gdLst/>
              <a:ahLst/>
              <a:cxnLst/>
              <a:rect l="l" t="t" r="r" b="b"/>
              <a:pathLst>
                <a:path w="9910" h="3010" extrusionOk="0">
                  <a:moveTo>
                    <a:pt x="9697" y="1"/>
                  </a:moveTo>
                  <a:lnTo>
                    <a:pt x="1" y="1885"/>
                  </a:lnTo>
                  <a:lnTo>
                    <a:pt x="274" y="3010"/>
                  </a:lnTo>
                  <a:lnTo>
                    <a:pt x="9910" y="1186"/>
                  </a:lnTo>
                  <a:lnTo>
                    <a:pt x="969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3"/>
            <p:cNvSpPr/>
            <p:nvPr/>
          </p:nvSpPr>
          <p:spPr>
            <a:xfrm>
              <a:off x="5802325" y="3982800"/>
              <a:ext cx="17975" cy="7000"/>
            </a:xfrm>
            <a:custGeom>
              <a:avLst/>
              <a:gdLst/>
              <a:ahLst/>
              <a:cxnLst/>
              <a:rect l="l" t="t" r="r" b="b"/>
              <a:pathLst>
                <a:path w="719" h="280" extrusionOk="0">
                  <a:moveTo>
                    <a:pt x="657" y="1"/>
                  </a:moveTo>
                  <a:cubicBezTo>
                    <a:pt x="594" y="1"/>
                    <a:pt x="486" y="27"/>
                    <a:pt x="354" y="64"/>
                  </a:cubicBezTo>
                  <a:cubicBezTo>
                    <a:pt x="141" y="125"/>
                    <a:pt x="20" y="155"/>
                    <a:pt x="20" y="216"/>
                  </a:cubicBezTo>
                  <a:cubicBezTo>
                    <a:pt x="1" y="254"/>
                    <a:pt x="63" y="280"/>
                    <a:pt x="164" y="280"/>
                  </a:cubicBezTo>
                  <a:cubicBezTo>
                    <a:pt x="226" y="280"/>
                    <a:pt x="303" y="270"/>
                    <a:pt x="384" y="247"/>
                  </a:cubicBezTo>
                  <a:cubicBezTo>
                    <a:pt x="597" y="186"/>
                    <a:pt x="719" y="95"/>
                    <a:pt x="719" y="34"/>
                  </a:cubicBezTo>
                  <a:cubicBezTo>
                    <a:pt x="719" y="11"/>
                    <a:pt x="697" y="1"/>
                    <a:pt x="6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3"/>
            <p:cNvSpPr/>
            <p:nvPr/>
          </p:nvSpPr>
          <p:spPr>
            <a:xfrm>
              <a:off x="5856750" y="3967925"/>
              <a:ext cx="38025" cy="6675"/>
            </a:xfrm>
            <a:custGeom>
              <a:avLst/>
              <a:gdLst/>
              <a:ahLst/>
              <a:cxnLst/>
              <a:rect l="l" t="t" r="r" b="b"/>
              <a:pathLst>
                <a:path w="1521" h="267" extrusionOk="0">
                  <a:moveTo>
                    <a:pt x="1013" y="1"/>
                  </a:moveTo>
                  <a:cubicBezTo>
                    <a:pt x="925" y="1"/>
                    <a:pt x="829" y="7"/>
                    <a:pt x="730" y="21"/>
                  </a:cubicBezTo>
                  <a:cubicBezTo>
                    <a:pt x="305" y="51"/>
                    <a:pt x="1" y="173"/>
                    <a:pt x="1" y="234"/>
                  </a:cubicBezTo>
                  <a:cubicBezTo>
                    <a:pt x="1" y="257"/>
                    <a:pt x="50" y="267"/>
                    <a:pt x="134" y="267"/>
                  </a:cubicBezTo>
                  <a:cubicBezTo>
                    <a:pt x="270" y="267"/>
                    <a:pt x="498" y="241"/>
                    <a:pt x="761" y="203"/>
                  </a:cubicBezTo>
                  <a:cubicBezTo>
                    <a:pt x="1004" y="203"/>
                    <a:pt x="1277" y="173"/>
                    <a:pt x="1521" y="112"/>
                  </a:cubicBezTo>
                  <a:cubicBezTo>
                    <a:pt x="1521" y="65"/>
                    <a:pt x="1306" y="1"/>
                    <a:pt x="10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3"/>
            <p:cNvSpPr/>
            <p:nvPr/>
          </p:nvSpPr>
          <p:spPr>
            <a:xfrm>
              <a:off x="5922875" y="3991175"/>
              <a:ext cx="14450" cy="35800"/>
            </a:xfrm>
            <a:custGeom>
              <a:avLst/>
              <a:gdLst/>
              <a:ahLst/>
              <a:cxnLst/>
              <a:rect l="l" t="t" r="r" b="b"/>
              <a:pathLst>
                <a:path w="578" h="1432" extrusionOk="0">
                  <a:moveTo>
                    <a:pt x="40" y="1"/>
                  </a:moveTo>
                  <a:cubicBezTo>
                    <a:pt x="36" y="1"/>
                    <a:pt x="33" y="1"/>
                    <a:pt x="31" y="3"/>
                  </a:cubicBezTo>
                  <a:cubicBezTo>
                    <a:pt x="0" y="246"/>
                    <a:pt x="61" y="519"/>
                    <a:pt x="183" y="763"/>
                  </a:cubicBezTo>
                  <a:cubicBezTo>
                    <a:pt x="304" y="1158"/>
                    <a:pt x="456" y="1431"/>
                    <a:pt x="517" y="1431"/>
                  </a:cubicBezTo>
                  <a:cubicBezTo>
                    <a:pt x="578" y="1431"/>
                    <a:pt x="517" y="1067"/>
                    <a:pt x="365" y="671"/>
                  </a:cubicBezTo>
                  <a:cubicBezTo>
                    <a:pt x="249" y="295"/>
                    <a:pt x="105" y="1"/>
                    <a:pt x="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3"/>
            <p:cNvSpPr/>
            <p:nvPr/>
          </p:nvSpPr>
          <p:spPr>
            <a:xfrm>
              <a:off x="5944900" y="4063425"/>
              <a:ext cx="12200" cy="36500"/>
            </a:xfrm>
            <a:custGeom>
              <a:avLst/>
              <a:gdLst/>
              <a:ahLst/>
              <a:cxnLst/>
              <a:rect l="l" t="t" r="r" b="b"/>
              <a:pathLst>
                <a:path w="488" h="1460" extrusionOk="0">
                  <a:moveTo>
                    <a:pt x="62" y="0"/>
                  </a:moveTo>
                  <a:cubicBezTo>
                    <a:pt x="1" y="0"/>
                    <a:pt x="62" y="365"/>
                    <a:pt x="153" y="760"/>
                  </a:cubicBezTo>
                  <a:cubicBezTo>
                    <a:pt x="274" y="1155"/>
                    <a:pt x="396" y="1459"/>
                    <a:pt x="457" y="1459"/>
                  </a:cubicBezTo>
                  <a:cubicBezTo>
                    <a:pt x="487" y="1459"/>
                    <a:pt x="457" y="1095"/>
                    <a:pt x="365" y="699"/>
                  </a:cubicBezTo>
                  <a:cubicBezTo>
                    <a:pt x="244" y="304"/>
                    <a:pt x="122" y="0"/>
                    <a:pt x="6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3"/>
            <p:cNvSpPr/>
            <p:nvPr/>
          </p:nvSpPr>
          <p:spPr>
            <a:xfrm>
              <a:off x="5963900" y="4137125"/>
              <a:ext cx="11425" cy="36500"/>
            </a:xfrm>
            <a:custGeom>
              <a:avLst/>
              <a:gdLst/>
              <a:ahLst/>
              <a:cxnLst/>
              <a:rect l="l" t="t" r="r" b="b"/>
              <a:pathLst>
                <a:path w="457" h="1460" extrusionOk="0">
                  <a:moveTo>
                    <a:pt x="61" y="1"/>
                  </a:moveTo>
                  <a:cubicBezTo>
                    <a:pt x="1" y="1"/>
                    <a:pt x="31" y="335"/>
                    <a:pt x="153" y="761"/>
                  </a:cubicBezTo>
                  <a:cubicBezTo>
                    <a:pt x="244" y="1156"/>
                    <a:pt x="365" y="1460"/>
                    <a:pt x="426" y="1460"/>
                  </a:cubicBezTo>
                  <a:cubicBezTo>
                    <a:pt x="457" y="1186"/>
                    <a:pt x="426" y="943"/>
                    <a:pt x="335" y="700"/>
                  </a:cubicBezTo>
                  <a:cubicBezTo>
                    <a:pt x="244" y="305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3"/>
            <p:cNvSpPr/>
            <p:nvPr/>
          </p:nvSpPr>
          <p:spPr>
            <a:xfrm>
              <a:off x="5982150" y="4210075"/>
              <a:ext cx="11425" cy="37250"/>
            </a:xfrm>
            <a:custGeom>
              <a:avLst/>
              <a:gdLst/>
              <a:ahLst/>
              <a:cxnLst/>
              <a:rect l="l" t="t" r="r" b="b"/>
              <a:pathLst>
                <a:path w="457" h="1490" extrusionOk="0">
                  <a:moveTo>
                    <a:pt x="31" y="1"/>
                  </a:moveTo>
                  <a:cubicBezTo>
                    <a:pt x="0" y="1"/>
                    <a:pt x="31" y="365"/>
                    <a:pt x="122" y="761"/>
                  </a:cubicBezTo>
                  <a:cubicBezTo>
                    <a:pt x="213" y="1186"/>
                    <a:pt x="334" y="1490"/>
                    <a:pt x="395" y="1490"/>
                  </a:cubicBezTo>
                  <a:cubicBezTo>
                    <a:pt x="456" y="1460"/>
                    <a:pt x="426" y="1125"/>
                    <a:pt x="304" y="730"/>
                  </a:cubicBezTo>
                  <a:cubicBezTo>
                    <a:pt x="213" y="305"/>
                    <a:pt x="9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3"/>
            <p:cNvSpPr/>
            <p:nvPr/>
          </p:nvSpPr>
          <p:spPr>
            <a:xfrm>
              <a:off x="5999625" y="4283800"/>
              <a:ext cx="11425" cy="37250"/>
            </a:xfrm>
            <a:custGeom>
              <a:avLst/>
              <a:gdLst/>
              <a:ahLst/>
              <a:cxnLst/>
              <a:rect l="l" t="t" r="r" b="b"/>
              <a:pathLst>
                <a:path w="457" h="1490" extrusionOk="0">
                  <a:moveTo>
                    <a:pt x="31" y="0"/>
                  </a:moveTo>
                  <a:cubicBezTo>
                    <a:pt x="0" y="0"/>
                    <a:pt x="31" y="365"/>
                    <a:pt x="122" y="760"/>
                  </a:cubicBezTo>
                  <a:cubicBezTo>
                    <a:pt x="213" y="1185"/>
                    <a:pt x="335" y="1489"/>
                    <a:pt x="395" y="1489"/>
                  </a:cubicBezTo>
                  <a:cubicBezTo>
                    <a:pt x="456" y="1489"/>
                    <a:pt x="395" y="1125"/>
                    <a:pt x="304" y="729"/>
                  </a:cubicBezTo>
                  <a:cubicBezTo>
                    <a:pt x="213" y="334"/>
                    <a:pt x="91" y="0"/>
                    <a:pt x="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3"/>
            <p:cNvSpPr/>
            <p:nvPr/>
          </p:nvSpPr>
          <p:spPr>
            <a:xfrm>
              <a:off x="6016325" y="4358250"/>
              <a:ext cx="11425" cy="36500"/>
            </a:xfrm>
            <a:custGeom>
              <a:avLst/>
              <a:gdLst/>
              <a:ahLst/>
              <a:cxnLst/>
              <a:rect l="l" t="t" r="r" b="b"/>
              <a:pathLst>
                <a:path w="457" h="1460" extrusionOk="0">
                  <a:moveTo>
                    <a:pt x="62" y="1"/>
                  </a:moveTo>
                  <a:cubicBezTo>
                    <a:pt x="1" y="1"/>
                    <a:pt x="31" y="335"/>
                    <a:pt x="123" y="761"/>
                  </a:cubicBezTo>
                  <a:cubicBezTo>
                    <a:pt x="214" y="1156"/>
                    <a:pt x="335" y="1460"/>
                    <a:pt x="396" y="1460"/>
                  </a:cubicBezTo>
                  <a:cubicBezTo>
                    <a:pt x="457" y="1460"/>
                    <a:pt x="426" y="1125"/>
                    <a:pt x="335" y="700"/>
                  </a:cubicBezTo>
                  <a:cubicBezTo>
                    <a:pt x="214" y="305"/>
                    <a:pt x="92" y="1"/>
                    <a:pt x="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3"/>
            <p:cNvSpPr/>
            <p:nvPr/>
          </p:nvSpPr>
          <p:spPr>
            <a:xfrm>
              <a:off x="6033050" y="4432725"/>
              <a:ext cx="6875" cy="18275"/>
            </a:xfrm>
            <a:custGeom>
              <a:avLst/>
              <a:gdLst/>
              <a:ahLst/>
              <a:cxnLst/>
              <a:rect l="l" t="t" r="r" b="b"/>
              <a:pathLst>
                <a:path w="275" h="731" extrusionOk="0">
                  <a:moveTo>
                    <a:pt x="31" y="1"/>
                  </a:moveTo>
                  <a:cubicBezTo>
                    <a:pt x="1" y="1"/>
                    <a:pt x="1" y="153"/>
                    <a:pt x="31" y="365"/>
                  </a:cubicBezTo>
                  <a:cubicBezTo>
                    <a:pt x="92" y="578"/>
                    <a:pt x="153" y="730"/>
                    <a:pt x="213" y="730"/>
                  </a:cubicBezTo>
                  <a:cubicBezTo>
                    <a:pt x="274" y="730"/>
                    <a:pt x="274" y="548"/>
                    <a:pt x="213" y="335"/>
                  </a:cubicBezTo>
                  <a:cubicBezTo>
                    <a:pt x="183" y="12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3"/>
            <p:cNvSpPr/>
            <p:nvPr/>
          </p:nvSpPr>
          <p:spPr>
            <a:xfrm>
              <a:off x="4980600" y="3576325"/>
              <a:ext cx="654300" cy="693800"/>
            </a:xfrm>
            <a:custGeom>
              <a:avLst/>
              <a:gdLst/>
              <a:ahLst/>
              <a:cxnLst/>
              <a:rect l="l" t="t" r="r" b="b"/>
              <a:pathLst>
                <a:path w="26172" h="27752" extrusionOk="0">
                  <a:moveTo>
                    <a:pt x="4894" y="1"/>
                  </a:moveTo>
                  <a:lnTo>
                    <a:pt x="3709" y="92"/>
                  </a:lnTo>
                  <a:lnTo>
                    <a:pt x="457" y="7448"/>
                  </a:lnTo>
                  <a:lnTo>
                    <a:pt x="2463" y="15472"/>
                  </a:lnTo>
                  <a:cubicBezTo>
                    <a:pt x="3526" y="19211"/>
                    <a:pt x="517" y="23983"/>
                    <a:pt x="1" y="27296"/>
                  </a:cubicBezTo>
                  <a:lnTo>
                    <a:pt x="17296" y="27752"/>
                  </a:lnTo>
                  <a:lnTo>
                    <a:pt x="18147" y="16384"/>
                  </a:lnTo>
                  <a:lnTo>
                    <a:pt x="18724" y="21430"/>
                  </a:lnTo>
                  <a:lnTo>
                    <a:pt x="26171" y="22372"/>
                  </a:lnTo>
                  <a:lnTo>
                    <a:pt x="22159" y="8147"/>
                  </a:lnTo>
                  <a:cubicBezTo>
                    <a:pt x="20048" y="149"/>
                    <a:pt x="13284" y="61"/>
                    <a:pt x="12989" y="61"/>
                  </a:cubicBezTo>
                  <a:cubicBezTo>
                    <a:pt x="12983" y="61"/>
                    <a:pt x="12980" y="62"/>
                    <a:pt x="12980" y="62"/>
                  </a:cubicBezTo>
                  <a:lnTo>
                    <a:pt x="489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3"/>
            <p:cNvSpPr/>
            <p:nvPr/>
          </p:nvSpPr>
          <p:spPr>
            <a:xfrm>
              <a:off x="5146250" y="3179675"/>
              <a:ext cx="220400" cy="396675"/>
            </a:xfrm>
            <a:custGeom>
              <a:avLst/>
              <a:gdLst/>
              <a:ahLst/>
              <a:cxnLst/>
              <a:rect l="l" t="t" r="r" b="b"/>
              <a:pathLst>
                <a:path w="8816" h="15867" extrusionOk="0">
                  <a:moveTo>
                    <a:pt x="4195" y="0"/>
                  </a:moveTo>
                  <a:lnTo>
                    <a:pt x="1" y="3769"/>
                  </a:lnTo>
                  <a:lnTo>
                    <a:pt x="62" y="15836"/>
                  </a:lnTo>
                  <a:lnTo>
                    <a:pt x="5928" y="15867"/>
                  </a:lnTo>
                  <a:cubicBezTo>
                    <a:pt x="5806" y="15228"/>
                    <a:pt x="6050" y="12888"/>
                    <a:pt x="6050" y="12888"/>
                  </a:cubicBezTo>
                  <a:cubicBezTo>
                    <a:pt x="6050" y="12888"/>
                    <a:pt x="8512" y="12614"/>
                    <a:pt x="8664" y="10213"/>
                  </a:cubicBezTo>
                  <a:cubicBezTo>
                    <a:pt x="8816" y="7781"/>
                    <a:pt x="8664" y="2189"/>
                    <a:pt x="8664" y="2189"/>
                  </a:cubicBezTo>
                  <a:lnTo>
                    <a:pt x="4195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3"/>
            <p:cNvSpPr/>
            <p:nvPr/>
          </p:nvSpPr>
          <p:spPr>
            <a:xfrm>
              <a:off x="5327875" y="3327850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396" y="0"/>
                  </a:moveTo>
                  <a:cubicBezTo>
                    <a:pt x="122" y="0"/>
                    <a:pt x="0" y="335"/>
                    <a:pt x="183" y="517"/>
                  </a:cubicBezTo>
                  <a:cubicBezTo>
                    <a:pt x="243" y="587"/>
                    <a:pt x="322" y="617"/>
                    <a:pt x="401" y="617"/>
                  </a:cubicBezTo>
                  <a:cubicBezTo>
                    <a:pt x="565" y="617"/>
                    <a:pt x="730" y="488"/>
                    <a:pt x="730" y="304"/>
                  </a:cubicBezTo>
                  <a:cubicBezTo>
                    <a:pt x="700" y="122"/>
                    <a:pt x="578" y="0"/>
                    <a:pt x="3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3"/>
            <p:cNvSpPr/>
            <p:nvPr/>
          </p:nvSpPr>
          <p:spPr>
            <a:xfrm>
              <a:off x="5325600" y="3320250"/>
              <a:ext cx="32700" cy="9975"/>
            </a:xfrm>
            <a:custGeom>
              <a:avLst/>
              <a:gdLst/>
              <a:ahLst/>
              <a:cxnLst/>
              <a:rect l="l" t="t" r="r" b="b"/>
              <a:pathLst>
                <a:path w="1308" h="399" extrusionOk="0">
                  <a:moveTo>
                    <a:pt x="669" y="0"/>
                  </a:moveTo>
                  <a:cubicBezTo>
                    <a:pt x="487" y="0"/>
                    <a:pt x="335" y="31"/>
                    <a:pt x="183" y="152"/>
                  </a:cubicBezTo>
                  <a:cubicBezTo>
                    <a:pt x="61" y="213"/>
                    <a:pt x="0" y="274"/>
                    <a:pt x="31" y="304"/>
                  </a:cubicBezTo>
                  <a:cubicBezTo>
                    <a:pt x="35" y="313"/>
                    <a:pt x="44" y="317"/>
                    <a:pt x="57" y="317"/>
                  </a:cubicBezTo>
                  <a:cubicBezTo>
                    <a:pt x="126" y="317"/>
                    <a:pt x="314" y="210"/>
                    <a:pt x="562" y="210"/>
                  </a:cubicBezTo>
                  <a:cubicBezTo>
                    <a:pt x="587" y="210"/>
                    <a:pt x="612" y="211"/>
                    <a:pt x="639" y="213"/>
                  </a:cubicBezTo>
                  <a:cubicBezTo>
                    <a:pt x="947" y="241"/>
                    <a:pt x="1178" y="399"/>
                    <a:pt x="1236" y="399"/>
                  </a:cubicBezTo>
                  <a:cubicBezTo>
                    <a:pt x="1241" y="399"/>
                    <a:pt x="1244" y="398"/>
                    <a:pt x="1246" y="396"/>
                  </a:cubicBezTo>
                  <a:cubicBezTo>
                    <a:pt x="1307" y="396"/>
                    <a:pt x="1246" y="304"/>
                    <a:pt x="1155" y="213"/>
                  </a:cubicBezTo>
                  <a:cubicBezTo>
                    <a:pt x="1003" y="92"/>
                    <a:pt x="851" y="31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3"/>
            <p:cNvSpPr/>
            <p:nvPr/>
          </p:nvSpPr>
          <p:spPr>
            <a:xfrm>
              <a:off x="5237450" y="3326325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426" y="1"/>
                  </a:moveTo>
                  <a:cubicBezTo>
                    <a:pt x="122" y="1"/>
                    <a:pt x="0" y="335"/>
                    <a:pt x="183" y="517"/>
                  </a:cubicBezTo>
                  <a:cubicBezTo>
                    <a:pt x="252" y="587"/>
                    <a:pt x="335" y="618"/>
                    <a:pt x="415" y="618"/>
                  </a:cubicBezTo>
                  <a:cubicBezTo>
                    <a:pt x="579" y="618"/>
                    <a:pt x="730" y="489"/>
                    <a:pt x="730" y="305"/>
                  </a:cubicBezTo>
                  <a:cubicBezTo>
                    <a:pt x="730" y="153"/>
                    <a:pt x="578" y="1"/>
                    <a:pt x="4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3"/>
            <p:cNvSpPr/>
            <p:nvPr/>
          </p:nvSpPr>
          <p:spPr>
            <a:xfrm>
              <a:off x="5235175" y="3319300"/>
              <a:ext cx="31925" cy="9425"/>
            </a:xfrm>
            <a:custGeom>
              <a:avLst/>
              <a:gdLst/>
              <a:ahLst/>
              <a:cxnLst/>
              <a:rect l="l" t="t" r="r" b="b"/>
              <a:pathLst>
                <a:path w="1277" h="377" extrusionOk="0">
                  <a:moveTo>
                    <a:pt x="575" y="0"/>
                  </a:moveTo>
                  <a:cubicBezTo>
                    <a:pt x="433" y="0"/>
                    <a:pt x="308" y="55"/>
                    <a:pt x="183" y="130"/>
                  </a:cubicBezTo>
                  <a:cubicBezTo>
                    <a:pt x="61" y="190"/>
                    <a:pt x="0" y="251"/>
                    <a:pt x="31" y="312"/>
                  </a:cubicBezTo>
                  <a:cubicBezTo>
                    <a:pt x="36" y="315"/>
                    <a:pt x="43" y="316"/>
                    <a:pt x="52" y="316"/>
                  </a:cubicBezTo>
                  <a:cubicBezTo>
                    <a:pt x="136" y="316"/>
                    <a:pt x="365" y="190"/>
                    <a:pt x="669" y="190"/>
                  </a:cubicBezTo>
                  <a:cubicBezTo>
                    <a:pt x="978" y="218"/>
                    <a:pt x="1183" y="376"/>
                    <a:pt x="1260" y="376"/>
                  </a:cubicBezTo>
                  <a:cubicBezTo>
                    <a:pt x="1267" y="376"/>
                    <a:pt x="1272" y="375"/>
                    <a:pt x="1277" y="373"/>
                  </a:cubicBezTo>
                  <a:cubicBezTo>
                    <a:pt x="1277" y="342"/>
                    <a:pt x="1246" y="282"/>
                    <a:pt x="1155" y="190"/>
                  </a:cubicBezTo>
                  <a:cubicBezTo>
                    <a:pt x="1034" y="69"/>
                    <a:pt x="851" y="8"/>
                    <a:pt x="669" y="8"/>
                  </a:cubicBezTo>
                  <a:cubicBezTo>
                    <a:pt x="637" y="3"/>
                    <a:pt x="60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3"/>
            <p:cNvSpPr/>
            <p:nvPr/>
          </p:nvSpPr>
          <p:spPr>
            <a:xfrm>
              <a:off x="5294450" y="3325575"/>
              <a:ext cx="22800" cy="73525"/>
            </a:xfrm>
            <a:custGeom>
              <a:avLst/>
              <a:gdLst/>
              <a:ahLst/>
              <a:cxnLst/>
              <a:rect l="l" t="t" r="r" b="b"/>
              <a:pathLst>
                <a:path w="912" h="2941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608"/>
                    <a:pt x="274" y="1216"/>
                    <a:pt x="486" y="1794"/>
                  </a:cubicBezTo>
                  <a:lnTo>
                    <a:pt x="730" y="2493"/>
                  </a:lnTo>
                  <a:cubicBezTo>
                    <a:pt x="760" y="2584"/>
                    <a:pt x="790" y="2675"/>
                    <a:pt x="790" y="2766"/>
                  </a:cubicBezTo>
                  <a:cubicBezTo>
                    <a:pt x="760" y="2827"/>
                    <a:pt x="669" y="2827"/>
                    <a:pt x="578" y="2827"/>
                  </a:cubicBezTo>
                  <a:cubicBezTo>
                    <a:pt x="395" y="2827"/>
                    <a:pt x="213" y="2857"/>
                    <a:pt x="30" y="2918"/>
                  </a:cubicBezTo>
                  <a:cubicBezTo>
                    <a:pt x="122" y="2933"/>
                    <a:pt x="213" y="2941"/>
                    <a:pt x="308" y="2941"/>
                  </a:cubicBezTo>
                  <a:cubicBezTo>
                    <a:pt x="403" y="2941"/>
                    <a:pt x="502" y="2933"/>
                    <a:pt x="608" y="2918"/>
                  </a:cubicBezTo>
                  <a:lnTo>
                    <a:pt x="730" y="2918"/>
                  </a:lnTo>
                  <a:cubicBezTo>
                    <a:pt x="790" y="2918"/>
                    <a:pt x="851" y="2857"/>
                    <a:pt x="881" y="2797"/>
                  </a:cubicBezTo>
                  <a:cubicBezTo>
                    <a:pt x="912" y="2675"/>
                    <a:pt x="912" y="2553"/>
                    <a:pt x="851" y="2462"/>
                  </a:cubicBezTo>
                  <a:lnTo>
                    <a:pt x="638" y="1763"/>
                  </a:lnTo>
                  <a:cubicBezTo>
                    <a:pt x="456" y="1155"/>
                    <a:pt x="243" y="57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3"/>
            <p:cNvSpPr/>
            <p:nvPr/>
          </p:nvSpPr>
          <p:spPr>
            <a:xfrm>
              <a:off x="5263275" y="3406125"/>
              <a:ext cx="44875" cy="23250"/>
            </a:xfrm>
            <a:custGeom>
              <a:avLst/>
              <a:gdLst/>
              <a:ahLst/>
              <a:cxnLst/>
              <a:rect l="l" t="t" r="r" b="b"/>
              <a:pathLst>
                <a:path w="1795" h="930" extrusionOk="0">
                  <a:moveTo>
                    <a:pt x="183" y="0"/>
                  </a:moveTo>
                  <a:cubicBezTo>
                    <a:pt x="183" y="0"/>
                    <a:pt x="1" y="578"/>
                    <a:pt x="700" y="851"/>
                  </a:cubicBezTo>
                  <a:cubicBezTo>
                    <a:pt x="815" y="904"/>
                    <a:pt x="936" y="929"/>
                    <a:pt x="1055" y="929"/>
                  </a:cubicBezTo>
                  <a:cubicBezTo>
                    <a:pt x="1343" y="929"/>
                    <a:pt x="1622" y="784"/>
                    <a:pt x="1794" y="547"/>
                  </a:cubicBezTo>
                  <a:cubicBezTo>
                    <a:pt x="1217" y="486"/>
                    <a:pt x="669" y="304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3"/>
            <p:cNvSpPr/>
            <p:nvPr/>
          </p:nvSpPr>
          <p:spPr>
            <a:xfrm>
              <a:off x="5217700" y="3474500"/>
              <a:ext cx="79800" cy="41975"/>
            </a:xfrm>
            <a:custGeom>
              <a:avLst/>
              <a:gdLst/>
              <a:ahLst/>
              <a:cxnLst/>
              <a:rect l="l" t="t" r="r" b="b"/>
              <a:pathLst>
                <a:path w="3192" h="1679" extrusionOk="0">
                  <a:moveTo>
                    <a:pt x="0" y="1"/>
                  </a:moveTo>
                  <a:cubicBezTo>
                    <a:pt x="0" y="1"/>
                    <a:pt x="683" y="1678"/>
                    <a:pt x="2927" y="1678"/>
                  </a:cubicBezTo>
                  <a:cubicBezTo>
                    <a:pt x="3004" y="1678"/>
                    <a:pt x="3081" y="1676"/>
                    <a:pt x="3161" y="1672"/>
                  </a:cubicBezTo>
                  <a:lnTo>
                    <a:pt x="3192" y="1095"/>
                  </a:lnTo>
                  <a:cubicBezTo>
                    <a:pt x="2037" y="1034"/>
                    <a:pt x="942" y="669"/>
                    <a:pt x="0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3"/>
            <p:cNvSpPr/>
            <p:nvPr/>
          </p:nvSpPr>
          <p:spPr>
            <a:xfrm>
              <a:off x="5046725" y="3136250"/>
              <a:ext cx="335875" cy="349675"/>
            </a:xfrm>
            <a:custGeom>
              <a:avLst/>
              <a:gdLst/>
              <a:ahLst/>
              <a:cxnLst/>
              <a:rect l="l" t="t" r="r" b="b"/>
              <a:pathLst>
                <a:path w="13435" h="13987" extrusionOk="0">
                  <a:moveTo>
                    <a:pt x="6866" y="0"/>
                  </a:moveTo>
                  <a:cubicBezTo>
                    <a:pt x="6739" y="0"/>
                    <a:pt x="6647" y="5"/>
                    <a:pt x="6596" y="5"/>
                  </a:cubicBezTo>
                  <a:cubicBezTo>
                    <a:pt x="6596" y="5"/>
                    <a:pt x="6539" y="1"/>
                    <a:pt x="6437" y="1"/>
                  </a:cubicBezTo>
                  <a:cubicBezTo>
                    <a:pt x="5538" y="1"/>
                    <a:pt x="1110" y="295"/>
                    <a:pt x="182" y="6023"/>
                  </a:cubicBezTo>
                  <a:cubicBezTo>
                    <a:pt x="152" y="6236"/>
                    <a:pt x="91" y="6783"/>
                    <a:pt x="61" y="7239"/>
                  </a:cubicBezTo>
                  <a:cubicBezTo>
                    <a:pt x="61" y="7239"/>
                    <a:pt x="61" y="7269"/>
                    <a:pt x="61" y="7482"/>
                  </a:cubicBezTo>
                  <a:cubicBezTo>
                    <a:pt x="30" y="7695"/>
                    <a:pt x="0" y="7847"/>
                    <a:pt x="0" y="7968"/>
                  </a:cubicBezTo>
                  <a:cubicBezTo>
                    <a:pt x="0" y="9549"/>
                    <a:pt x="456" y="13196"/>
                    <a:pt x="4134" y="13987"/>
                  </a:cubicBezTo>
                  <a:lnTo>
                    <a:pt x="4134" y="8637"/>
                  </a:lnTo>
                  <a:lnTo>
                    <a:pt x="4499" y="8667"/>
                  </a:lnTo>
                  <a:cubicBezTo>
                    <a:pt x="4499" y="8667"/>
                    <a:pt x="7538" y="6996"/>
                    <a:pt x="8298" y="3470"/>
                  </a:cubicBezTo>
                  <a:cubicBezTo>
                    <a:pt x="8420" y="4199"/>
                    <a:pt x="8602" y="5689"/>
                    <a:pt x="8328" y="6631"/>
                  </a:cubicBezTo>
                  <a:lnTo>
                    <a:pt x="12645" y="7330"/>
                  </a:lnTo>
                  <a:cubicBezTo>
                    <a:pt x="13070" y="6357"/>
                    <a:pt x="13131" y="5294"/>
                    <a:pt x="12857" y="4290"/>
                  </a:cubicBezTo>
                  <a:lnTo>
                    <a:pt x="12857" y="4290"/>
                  </a:lnTo>
                  <a:cubicBezTo>
                    <a:pt x="13070" y="4868"/>
                    <a:pt x="13222" y="5476"/>
                    <a:pt x="13253" y="6084"/>
                  </a:cubicBezTo>
                  <a:cubicBezTo>
                    <a:pt x="13344" y="6935"/>
                    <a:pt x="13222" y="7452"/>
                    <a:pt x="13253" y="7452"/>
                  </a:cubicBezTo>
                  <a:cubicBezTo>
                    <a:pt x="13313" y="7360"/>
                    <a:pt x="13344" y="7239"/>
                    <a:pt x="13344" y="7117"/>
                  </a:cubicBezTo>
                  <a:cubicBezTo>
                    <a:pt x="13405" y="6783"/>
                    <a:pt x="13435" y="6418"/>
                    <a:pt x="13405" y="6084"/>
                  </a:cubicBezTo>
                  <a:cubicBezTo>
                    <a:pt x="13374" y="4169"/>
                    <a:pt x="12341" y="2376"/>
                    <a:pt x="10699" y="1342"/>
                  </a:cubicBezTo>
                  <a:cubicBezTo>
                    <a:pt x="8957" y="105"/>
                    <a:pt x="7488" y="0"/>
                    <a:pt x="6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3"/>
            <p:cNvSpPr/>
            <p:nvPr/>
          </p:nvSpPr>
          <p:spPr>
            <a:xfrm>
              <a:off x="4928925" y="3266050"/>
              <a:ext cx="133775" cy="115025"/>
            </a:xfrm>
            <a:custGeom>
              <a:avLst/>
              <a:gdLst/>
              <a:ahLst/>
              <a:cxnLst/>
              <a:rect l="l" t="t" r="r" b="b"/>
              <a:pathLst>
                <a:path w="5351" h="4601" extrusionOk="0">
                  <a:moveTo>
                    <a:pt x="2610" y="1"/>
                  </a:moveTo>
                  <a:cubicBezTo>
                    <a:pt x="1928" y="1"/>
                    <a:pt x="1241" y="233"/>
                    <a:pt x="669" y="709"/>
                  </a:cubicBezTo>
                  <a:cubicBezTo>
                    <a:pt x="426" y="892"/>
                    <a:pt x="213" y="1135"/>
                    <a:pt x="122" y="1439"/>
                  </a:cubicBezTo>
                  <a:cubicBezTo>
                    <a:pt x="1" y="1743"/>
                    <a:pt x="61" y="2047"/>
                    <a:pt x="274" y="2290"/>
                  </a:cubicBezTo>
                  <a:cubicBezTo>
                    <a:pt x="391" y="2424"/>
                    <a:pt x="554" y="2493"/>
                    <a:pt x="718" y="2493"/>
                  </a:cubicBezTo>
                  <a:cubicBezTo>
                    <a:pt x="774" y="2493"/>
                    <a:pt x="831" y="2485"/>
                    <a:pt x="885" y="2468"/>
                  </a:cubicBezTo>
                  <a:lnTo>
                    <a:pt x="885" y="2468"/>
                  </a:lnTo>
                  <a:cubicBezTo>
                    <a:pt x="601" y="2707"/>
                    <a:pt x="545" y="3174"/>
                    <a:pt x="821" y="3475"/>
                  </a:cubicBezTo>
                  <a:cubicBezTo>
                    <a:pt x="963" y="3630"/>
                    <a:pt x="1149" y="3703"/>
                    <a:pt x="1334" y="3703"/>
                  </a:cubicBezTo>
                  <a:cubicBezTo>
                    <a:pt x="1585" y="3703"/>
                    <a:pt x="1836" y="3569"/>
                    <a:pt x="1976" y="3323"/>
                  </a:cubicBezTo>
                  <a:lnTo>
                    <a:pt x="1976" y="3323"/>
                  </a:lnTo>
                  <a:cubicBezTo>
                    <a:pt x="1885" y="3536"/>
                    <a:pt x="1824" y="3779"/>
                    <a:pt x="1855" y="3992"/>
                  </a:cubicBezTo>
                  <a:cubicBezTo>
                    <a:pt x="1855" y="4266"/>
                    <a:pt x="2007" y="4478"/>
                    <a:pt x="2220" y="4570"/>
                  </a:cubicBezTo>
                  <a:cubicBezTo>
                    <a:pt x="2282" y="4591"/>
                    <a:pt x="2347" y="4600"/>
                    <a:pt x="2411" y="4600"/>
                  </a:cubicBezTo>
                  <a:cubicBezTo>
                    <a:pt x="2626" y="4600"/>
                    <a:pt x="2839" y="4490"/>
                    <a:pt x="2979" y="4326"/>
                  </a:cubicBezTo>
                  <a:cubicBezTo>
                    <a:pt x="3162" y="4083"/>
                    <a:pt x="3314" y="3871"/>
                    <a:pt x="3466" y="3597"/>
                  </a:cubicBezTo>
                  <a:cubicBezTo>
                    <a:pt x="3891" y="2989"/>
                    <a:pt x="4590" y="2624"/>
                    <a:pt x="5350" y="2624"/>
                  </a:cubicBezTo>
                  <a:lnTo>
                    <a:pt x="4894" y="1044"/>
                  </a:lnTo>
                  <a:cubicBezTo>
                    <a:pt x="4290" y="355"/>
                    <a:pt x="3453" y="1"/>
                    <a:pt x="26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3"/>
            <p:cNvSpPr/>
            <p:nvPr/>
          </p:nvSpPr>
          <p:spPr>
            <a:xfrm>
              <a:off x="4959325" y="3243300"/>
              <a:ext cx="90450" cy="48100"/>
            </a:xfrm>
            <a:custGeom>
              <a:avLst/>
              <a:gdLst/>
              <a:ahLst/>
              <a:cxnLst/>
              <a:rect l="l" t="t" r="r" b="b"/>
              <a:pathLst>
                <a:path w="3618" h="1924" extrusionOk="0">
                  <a:moveTo>
                    <a:pt x="496" y="1"/>
                  </a:moveTo>
                  <a:cubicBezTo>
                    <a:pt x="321" y="1"/>
                    <a:pt x="151" y="55"/>
                    <a:pt x="1" y="130"/>
                  </a:cubicBezTo>
                  <a:lnTo>
                    <a:pt x="639" y="130"/>
                  </a:lnTo>
                  <a:cubicBezTo>
                    <a:pt x="1125" y="160"/>
                    <a:pt x="1611" y="282"/>
                    <a:pt x="2067" y="525"/>
                  </a:cubicBezTo>
                  <a:cubicBezTo>
                    <a:pt x="2523" y="738"/>
                    <a:pt x="2918" y="1042"/>
                    <a:pt x="3222" y="1437"/>
                  </a:cubicBezTo>
                  <a:cubicBezTo>
                    <a:pt x="3466" y="1741"/>
                    <a:pt x="3587" y="1923"/>
                    <a:pt x="3618" y="1923"/>
                  </a:cubicBezTo>
                  <a:cubicBezTo>
                    <a:pt x="3557" y="1711"/>
                    <a:pt x="3466" y="1528"/>
                    <a:pt x="3344" y="1346"/>
                  </a:cubicBezTo>
                  <a:cubicBezTo>
                    <a:pt x="2740" y="511"/>
                    <a:pt x="1808" y="4"/>
                    <a:pt x="782" y="4"/>
                  </a:cubicBezTo>
                  <a:cubicBezTo>
                    <a:pt x="724" y="4"/>
                    <a:pt x="667" y="5"/>
                    <a:pt x="608" y="8"/>
                  </a:cubicBezTo>
                  <a:cubicBezTo>
                    <a:pt x="571" y="3"/>
                    <a:pt x="533" y="1"/>
                    <a:pt x="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3"/>
            <p:cNvSpPr/>
            <p:nvPr/>
          </p:nvSpPr>
          <p:spPr>
            <a:xfrm>
              <a:off x="5043675" y="3287575"/>
              <a:ext cx="9150" cy="55500"/>
            </a:xfrm>
            <a:custGeom>
              <a:avLst/>
              <a:gdLst/>
              <a:ahLst/>
              <a:cxnLst/>
              <a:rect l="l" t="t" r="r" b="b"/>
              <a:pathLst>
                <a:path w="366" h="2220" extrusionOk="0">
                  <a:moveTo>
                    <a:pt x="365" y="0"/>
                  </a:moveTo>
                  <a:cubicBezTo>
                    <a:pt x="61" y="700"/>
                    <a:pt x="0" y="1490"/>
                    <a:pt x="152" y="2219"/>
                  </a:cubicBezTo>
                  <a:cubicBezTo>
                    <a:pt x="244" y="1855"/>
                    <a:pt x="274" y="1490"/>
                    <a:pt x="274" y="1125"/>
                  </a:cubicBezTo>
                  <a:cubicBezTo>
                    <a:pt x="365" y="760"/>
                    <a:pt x="365" y="396"/>
                    <a:pt x="36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3"/>
            <p:cNvSpPr/>
            <p:nvPr/>
          </p:nvSpPr>
          <p:spPr>
            <a:xfrm>
              <a:off x="5112825" y="3326225"/>
              <a:ext cx="41050" cy="60050"/>
            </a:xfrm>
            <a:custGeom>
              <a:avLst/>
              <a:gdLst/>
              <a:ahLst/>
              <a:cxnLst/>
              <a:rect l="l" t="t" r="r" b="b"/>
              <a:pathLst>
                <a:path w="1642" h="2402" extrusionOk="0">
                  <a:moveTo>
                    <a:pt x="922" y="1"/>
                  </a:moveTo>
                  <a:cubicBezTo>
                    <a:pt x="766" y="1"/>
                    <a:pt x="608" y="32"/>
                    <a:pt x="456" y="96"/>
                  </a:cubicBezTo>
                  <a:cubicBezTo>
                    <a:pt x="274" y="278"/>
                    <a:pt x="122" y="521"/>
                    <a:pt x="92" y="825"/>
                  </a:cubicBezTo>
                  <a:cubicBezTo>
                    <a:pt x="0" y="1251"/>
                    <a:pt x="92" y="1737"/>
                    <a:pt x="426" y="2102"/>
                  </a:cubicBezTo>
                  <a:cubicBezTo>
                    <a:pt x="606" y="2300"/>
                    <a:pt x="860" y="2402"/>
                    <a:pt x="1120" y="2402"/>
                  </a:cubicBezTo>
                  <a:cubicBezTo>
                    <a:pt x="1299" y="2402"/>
                    <a:pt x="1480" y="2353"/>
                    <a:pt x="1642" y="2254"/>
                  </a:cubicBezTo>
                  <a:lnTo>
                    <a:pt x="1551" y="187"/>
                  </a:lnTo>
                  <a:cubicBezTo>
                    <a:pt x="1356" y="63"/>
                    <a:pt x="1140" y="1"/>
                    <a:pt x="922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3"/>
            <p:cNvSpPr/>
            <p:nvPr/>
          </p:nvSpPr>
          <p:spPr>
            <a:xfrm>
              <a:off x="5117375" y="3338600"/>
              <a:ext cx="26625" cy="35350"/>
            </a:xfrm>
            <a:custGeom>
              <a:avLst/>
              <a:gdLst/>
              <a:ahLst/>
              <a:cxnLst/>
              <a:rect l="l" t="t" r="r" b="b"/>
              <a:pathLst>
                <a:path w="1065" h="1414" extrusionOk="0">
                  <a:moveTo>
                    <a:pt x="901" y="0"/>
                  </a:moveTo>
                  <a:cubicBezTo>
                    <a:pt x="854" y="0"/>
                    <a:pt x="796" y="7"/>
                    <a:pt x="730" y="26"/>
                  </a:cubicBezTo>
                  <a:cubicBezTo>
                    <a:pt x="92" y="209"/>
                    <a:pt x="1" y="1060"/>
                    <a:pt x="609" y="1364"/>
                  </a:cubicBezTo>
                  <a:cubicBezTo>
                    <a:pt x="687" y="1403"/>
                    <a:pt x="759" y="1414"/>
                    <a:pt x="814" y="1414"/>
                  </a:cubicBezTo>
                  <a:cubicBezTo>
                    <a:pt x="888" y="1414"/>
                    <a:pt x="930" y="1394"/>
                    <a:pt x="913" y="1394"/>
                  </a:cubicBezTo>
                  <a:cubicBezTo>
                    <a:pt x="913" y="1333"/>
                    <a:pt x="821" y="1333"/>
                    <a:pt x="670" y="1212"/>
                  </a:cubicBezTo>
                  <a:cubicBezTo>
                    <a:pt x="274" y="938"/>
                    <a:pt x="335" y="361"/>
                    <a:pt x="761" y="148"/>
                  </a:cubicBezTo>
                  <a:cubicBezTo>
                    <a:pt x="913" y="87"/>
                    <a:pt x="1034" y="87"/>
                    <a:pt x="1065" y="57"/>
                  </a:cubicBezTo>
                  <a:cubicBezTo>
                    <a:pt x="1065" y="36"/>
                    <a:pt x="1007" y="0"/>
                    <a:pt x="90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3"/>
            <p:cNvSpPr/>
            <p:nvPr/>
          </p:nvSpPr>
          <p:spPr>
            <a:xfrm>
              <a:off x="5100675" y="3373450"/>
              <a:ext cx="36500" cy="34350"/>
            </a:xfrm>
            <a:custGeom>
              <a:avLst/>
              <a:gdLst/>
              <a:ahLst/>
              <a:cxnLst/>
              <a:rect l="l" t="t" r="r" b="b"/>
              <a:pathLst>
                <a:path w="1460" h="1374" extrusionOk="0">
                  <a:moveTo>
                    <a:pt x="699" y="0"/>
                  </a:moveTo>
                  <a:cubicBezTo>
                    <a:pt x="486" y="0"/>
                    <a:pt x="304" y="91"/>
                    <a:pt x="213" y="243"/>
                  </a:cubicBezTo>
                  <a:cubicBezTo>
                    <a:pt x="61" y="426"/>
                    <a:pt x="0" y="638"/>
                    <a:pt x="61" y="851"/>
                  </a:cubicBezTo>
                  <a:cubicBezTo>
                    <a:pt x="122" y="1094"/>
                    <a:pt x="334" y="1277"/>
                    <a:pt x="578" y="1368"/>
                  </a:cubicBezTo>
                  <a:cubicBezTo>
                    <a:pt x="612" y="1372"/>
                    <a:pt x="646" y="1374"/>
                    <a:pt x="679" y="1374"/>
                  </a:cubicBezTo>
                  <a:cubicBezTo>
                    <a:pt x="911" y="1374"/>
                    <a:pt x="1117" y="1281"/>
                    <a:pt x="1277" y="1094"/>
                  </a:cubicBezTo>
                  <a:cubicBezTo>
                    <a:pt x="1398" y="942"/>
                    <a:pt x="1459" y="730"/>
                    <a:pt x="1398" y="517"/>
                  </a:cubicBezTo>
                  <a:cubicBezTo>
                    <a:pt x="1368" y="395"/>
                    <a:pt x="1338" y="243"/>
                    <a:pt x="1246" y="152"/>
                  </a:cubicBezTo>
                  <a:cubicBezTo>
                    <a:pt x="1186" y="61"/>
                    <a:pt x="1155" y="31"/>
                    <a:pt x="1155" y="30"/>
                  </a:cubicBezTo>
                  <a:lnTo>
                    <a:pt x="1155" y="30"/>
                  </a:lnTo>
                  <a:cubicBezTo>
                    <a:pt x="1246" y="182"/>
                    <a:pt x="1307" y="334"/>
                    <a:pt x="1368" y="517"/>
                  </a:cubicBezTo>
                  <a:cubicBezTo>
                    <a:pt x="1440" y="968"/>
                    <a:pt x="1073" y="1248"/>
                    <a:pt x="718" y="1248"/>
                  </a:cubicBezTo>
                  <a:cubicBezTo>
                    <a:pt x="475" y="1248"/>
                    <a:pt x="238" y="1117"/>
                    <a:pt x="152" y="821"/>
                  </a:cubicBezTo>
                  <a:cubicBezTo>
                    <a:pt x="91" y="638"/>
                    <a:pt x="122" y="426"/>
                    <a:pt x="243" y="274"/>
                  </a:cubicBezTo>
                  <a:cubicBezTo>
                    <a:pt x="365" y="152"/>
                    <a:pt x="517" y="30"/>
                    <a:pt x="69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3"/>
            <p:cNvSpPr/>
            <p:nvPr/>
          </p:nvSpPr>
          <p:spPr>
            <a:xfrm>
              <a:off x="4922100" y="3577850"/>
              <a:ext cx="221150" cy="345025"/>
            </a:xfrm>
            <a:custGeom>
              <a:avLst/>
              <a:gdLst/>
              <a:ahLst/>
              <a:cxnLst/>
              <a:rect l="l" t="t" r="r" b="b"/>
              <a:pathLst>
                <a:path w="8846" h="13801" extrusionOk="0">
                  <a:moveTo>
                    <a:pt x="6353" y="1"/>
                  </a:moveTo>
                  <a:cubicBezTo>
                    <a:pt x="6353" y="1"/>
                    <a:pt x="2705" y="61"/>
                    <a:pt x="851" y="4864"/>
                  </a:cubicBezTo>
                  <a:cubicBezTo>
                    <a:pt x="0" y="7143"/>
                    <a:pt x="0" y="9636"/>
                    <a:pt x="821" y="11916"/>
                  </a:cubicBezTo>
                  <a:lnTo>
                    <a:pt x="1490" y="13800"/>
                  </a:lnTo>
                  <a:lnTo>
                    <a:pt x="8845" y="11672"/>
                  </a:lnTo>
                  <a:lnTo>
                    <a:pt x="635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3"/>
            <p:cNvSpPr/>
            <p:nvPr/>
          </p:nvSpPr>
          <p:spPr>
            <a:xfrm>
              <a:off x="5408425" y="3752625"/>
              <a:ext cx="52450" cy="307025"/>
            </a:xfrm>
            <a:custGeom>
              <a:avLst/>
              <a:gdLst/>
              <a:ahLst/>
              <a:cxnLst/>
              <a:rect l="l" t="t" r="r" b="b"/>
              <a:pathLst>
                <a:path w="2098" h="12281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52"/>
                    <a:pt x="122" y="335"/>
                    <a:pt x="213" y="456"/>
                  </a:cubicBezTo>
                  <a:lnTo>
                    <a:pt x="851" y="1703"/>
                  </a:lnTo>
                  <a:cubicBezTo>
                    <a:pt x="1155" y="2280"/>
                    <a:pt x="1429" y="2918"/>
                    <a:pt x="1642" y="3557"/>
                  </a:cubicBezTo>
                  <a:cubicBezTo>
                    <a:pt x="1915" y="4347"/>
                    <a:pt x="1946" y="5168"/>
                    <a:pt x="1763" y="5958"/>
                  </a:cubicBezTo>
                  <a:cubicBezTo>
                    <a:pt x="1551" y="6809"/>
                    <a:pt x="1247" y="7630"/>
                    <a:pt x="1064" y="8390"/>
                  </a:cubicBezTo>
                  <a:cubicBezTo>
                    <a:pt x="912" y="9028"/>
                    <a:pt x="791" y="9727"/>
                    <a:pt x="730" y="10396"/>
                  </a:cubicBezTo>
                  <a:cubicBezTo>
                    <a:pt x="699" y="10852"/>
                    <a:pt x="669" y="11308"/>
                    <a:pt x="669" y="11764"/>
                  </a:cubicBezTo>
                  <a:cubicBezTo>
                    <a:pt x="669" y="11946"/>
                    <a:pt x="669" y="12098"/>
                    <a:pt x="699" y="12280"/>
                  </a:cubicBezTo>
                  <a:cubicBezTo>
                    <a:pt x="730" y="12128"/>
                    <a:pt x="760" y="11946"/>
                    <a:pt x="760" y="11764"/>
                  </a:cubicBezTo>
                  <a:cubicBezTo>
                    <a:pt x="760" y="11460"/>
                    <a:pt x="791" y="10973"/>
                    <a:pt x="882" y="10396"/>
                  </a:cubicBezTo>
                  <a:cubicBezTo>
                    <a:pt x="973" y="9727"/>
                    <a:pt x="1095" y="9089"/>
                    <a:pt x="1247" y="8420"/>
                  </a:cubicBezTo>
                  <a:cubicBezTo>
                    <a:pt x="1429" y="7660"/>
                    <a:pt x="1733" y="6870"/>
                    <a:pt x="1946" y="6019"/>
                  </a:cubicBezTo>
                  <a:cubicBezTo>
                    <a:pt x="2067" y="5593"/>
                    <a:pt x="2098" y="5137"/>
                    <a:pt x="2067" y="4712"/>
                  </a:cubicBezTo>
                  <a:cubicBezTo>
                    <a:pt x="2006" y="4286"/>
                    <a:pt x="1946" y="3891"/>
                    <a:pt x="1794" y="3496"/>
                  </a:cubicBezTo>
                  <a:cubicBezTo>
                    <a:pt x="1581" y="2858"/>
                    <a:pt x="1307" y="2219"/>
                    <a:pt x="973" y="1611"/>
                  </a:cubicBezTo>
                  <a:cubicBezTo>
                    <a:pt x="699" y="1125"/>
                    <a:pt x="456" y="700"/>
                    <a:pt x="274" y="426"/>
                  </a:cubicBezTo>
                  <a:cubicBezTo>
                    <a:pt x="21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5143225" y="3541375"/>
              <a:ext cx="155025" cy="36500"/>
            </a:xfrm>
            <a:custGeom>
              <a:avLst/>
              <a:gdLst/>
              <a:ahLst/>
              <a:cxnLst/>
              <a:rect l="l" t="t" r="r" b="b"/>
              <a:pathLst>
                <a:path w="6201" h="1460" extrusionOk="0">
                  <a:moveTo>
                    <a:pt x="0" y="1"/>
                  </a:moveTo>
                  <a:lnTo>
                    <a:pt x="0" y="1460"/>
                  </a:lnTo>
                  <a:lnTo>
                    <a:pt x="6201" y="1460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5260250" y="3575575"/>
              <a:ext cx="69925" cy="683150"/>
            </a:xfrm>
            <a:custGeom>
              <a:avLst/>
              <a:gdLst/>
              <a:ahLst/>
              <a:cxnLst/>
              <a:rect l="l" t="t" r="r" b="b"/>
              <a:pathLst>
                <a:path w="2797" h="27326" extrusionOk="0">
                  <a:moveTo>
                    <a:pt x="0" y="0"/>
                  </a:moveTo>
                  <a:cubicBezTo>
                    <a:pt x="0" y="122"/>
                    <a:pt x="0" y="213"/>
                    <a:pt x="31" y="304"/>
                  </a:cubicBezTo>
                  <a:cubicBezTo>
                    <a:pt x="61" y="487"/>
                    <a:pt x="91" y="760"/>
                    <a:pt x="152" y="1095"/>
                  </a:cubicBezTo>
                  <a:cubicBezTo>
                    <a:pt x="243" y="1794"/>
                    <a:pt x="395" y="2766"/>
                    <a:pt x="578" y="3982"/>
                  </a:cubicBezTo>
                  <a:cubicBezTo>
                    <a:pt x="912" y="6444"/>
                    <a:pt x="1338" y="9848"/>
                    <a:pt x="1733" y="13648"/>
                  </a:cubicBezTo>
                  <a:cubicBezTo>
                    <a:pt x="2098" y="17417"/>
                    <a:pt x="2310" y="20852"/>
                    <a:pt x="2493" y="23314"/>
                  </a:cubicBezTo>
                  <a:cubicBezTo>
                    <a:pt x="2553" y="24560"/>
                    <a:pt x="2645" y="25533"/>
                    <a:pt x="2675" y="26262"/>
                  </a:cubicBezTo>
                  <a:cubicBezTo>
                    <a:pt x="2705" y="26596"/>
                    <a:pt x="2705" y="26870"/>
                    <a:pt x="2736" y="27052"/>
                  </a:cubicBezTo>
                  <a:cubicBezTo>
                    <a:pt x="2736" y="27144"/>
                    <a:pt x="2736" y="27235"/>
                    <a:pt x="2766" y="27326"/>
                  </a:cubicBezTo>
                  <a:cubicBezTo>
                    <a:pt x="2797" y="27235"/>
                    <a:pt x="2797" y="27144"/>
                    <a:pt x="2797" y="27052"/>
                  </a:cubicBezTo>
                  <a:cubicBezTo>
                    <a:pt x="2766" y="26840"/>
                    <a:pt x="2766" y="26596"/>
                    <a:pt x="2766" y="26262"/>
                  </a:cubicBezTo>
                  <a:cubicBezTo>
                    <a:pt x="2736" y="25563"/>
                    <a:pt x="2705" y="24560"/>
                    <a:pt x="2645" y="23314"/>
                  </a:cubicBezTo>
                  <a:cubicBezTo>
                    <a:pt x="2523" y="20852"/>
                    <a:pt x="2310" y="17387"/>
                    <a:pt x="1946" y="13618"/>
                  </a:cubicBezTo>
                  <a:cubicBezTo>
                    <a:pt x="1581" y="9848"/>
                    <a:pt x="1094" y="6444"/>
                    <a:pt x="730" y="3982"/>
                  </a:cubicBezTo>
                  <a:cubicBezTo>
                    <a:pt x="517" y="2736"/>
                    <a:pt x="365" y="1763"/>
                    <a:pt x="213" y="1064"/>
                  </a:cubicBezTo>
                  <a:cubicBezTo>
                    <a:pt x="152" y="730"/>
                    <a:pt x="91" y="487"/>
                    <a:pt x="61" y="274"/>
                  </a:cubicBezTo>
                  <a:cubicBezTo>
                    <a:pt x="61" y="183"/>
                    <a:pt x="31" y="9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5142450" y="3541375"/>
              <a:ext cx="117050" cy="63100"/>
            </a:xfrm>
            <a:custGeom>
              <a:avLst/>
              <a:gdLst/>
              <a:ahLst/>
              <a:cxnLst/>
              <a:rect l="l" t="t" r="r" b="b"/>
              <a:pathLst>
                <a:path w="4682" h="2524" extrusionOk="0">
                  <a:moveTo>
                    <a:pt x="4560" y="1"/>
                  </a:moveTo>
                  <a:lnTo>
                    <a:pt x="4560" y="1"/>
                  </a:lnTo>
                  <a:cubicBezTo>
                    <a:pt x="4530" y="1"/>
                    <a:pt x="4591" y="396"/>
                    <a:pt x="4560" y="973"/>
                  </a:cubicBezTo>
                  <a:cubicBezTo>
                    <a:pt x="4530" y="1308"/>
                    <a:pt x="4408" y="1642"/>
                    <a:pt x="4195" y="1885"/>
                  </a:cubicBezTo>
                  <a:cubicBezTo>
                    <a:pt x="3945" y="2163"/>
                    <a:pt x="3592" y="2314"/>
                    <a:pt x="3208" y="2314"/>
                  </a:cubicBezTo>
                  <a:cubicBezTo>
                    <a:pt x="3172" y="2314"/>
                    <a:pt x="3137" y="2313"/>
                    <a:pt x="3101" y="2311"/>
                  </a:cubicBezTo>
                  <a:cubicBezTo>
                    <a:pt x="2341" y="2280"/>
                    <a:pt x="1581" y="2098"/>
                    <a:pt x="882" y="1794"/>
                  </a:cubicBezTo>
                  <a:cubicBezTo>
                    <a:pt x="335" y="1551"/>
                    <a:pt x="1" y="1338"/>
                    <a:pt x="1" y="1338"/>
                  </a:cubicBezTo>
                  <a:lnTo>
                    <a:pt x="1" y="1338"/>
                  </a:lnTo>
                  <a:cubicBezTo>
                    <a:pt x="244" y="1581"/>
                    <a:pt x="518" y="1763"/>
                    <a:pt x="822" y="1915"/>
                  </a:cubicBezTo>
                  <a:cubicBezTo>
                    <a:pt x="1521" y="2280"/>
                    <a:pt x="2281" y="2463"/>
                    <a:pt x="3101" y="2523"/>
                  </a:cubicBezTo>
                  <a:cubicBezTo>
                    <a:pt x="3314" y="2523"/>
                    <a:pt x="3557" y="2463"/>
                    <a:pt x="3770" y="2402"/>
                  </a:cubicBezTo>
                  <a:cubicBezTo>
                    <a:pt x="3983" y="2311"/>
                    <a:pt x="4165" y="2189"/>
                    <a:pt x="4317" y="2007"/>
                  </a:cubicBezTo>
                  <a:cubicBezTo>
                    <a:pt x="4560" y="1733"/>
                    <a:pt x="4682" y="1368"/>
                    <a:pt x="4682" y="1004"/>
                  </a:cubicBezTo>
                  <a:cubicBezTo>
                    <a:pt x="4682" y="760"/>
                    <a:pt x="4682" y="517"/>
                    <a:pt x="4621" y="274"/>
                  </a:cubicBezTo>
                  <a:cubicBezTo>
                    <a:pt x="4621" y="183"/>
                    <a:pt x="4591" y="92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3"/>
            <p:cNvSpPr/>
            <p:nvPr/>
          </p:nvSpPr>
          <p:spPr>
            <a:xfrm>
              <a:off x="5254175" y="3542125"/>
              <a:ext cx="46375" cy="53725"/>
            </a:xfrm>
            <a:custGeom>
              <a:avLst/>
              <a:gdLst/>
              <a:ahLst/>
              <a:cxnLst/>
              <a:rect l="l" t="t" r="r" b="b"/>
              <a:pathLst>
                <a:path w="1855" h="2149" extrusionOk="0">
                  <a:moveTo>
                    <a:pt x="91" y="1"/>
                  </a:moveTo>
                  <a:cubicBezTo>
                    <a:pt x="30" y="153"/>
                    <a:pt x="0" y="366"/>
                    <a:pt x="30" y="548"/>
                  </a:cubicBezTo>
                  <a:cubicBezTo>
                    <a:pt x="0" y="761"/>
                    <a:pt x="0" y="943"/>
                    <a:pt x="30" y="1156"/>
                  </a:cubicBezTo>
                  <a:cubicBezTo>
                    <a:pt x="30" y="1430"/>
                    <a:pt x="122" y="1673"/>
                    <a:pt x="304" y="1885"/>
                  </a:cubicBezTo>
                  <a:cubicBezTo>
                    <a:pt x="426" y="2007"/>
                    <a:pt x="547" y="2068"/>
                    <a:pt x="699" y="2098"/>
                  </a:cubicBezTo>
                  <a:cubicBezTo>
                    <a:pt x="770" y="2134"/>
                    <a:pt x="842" y="2149"/>
                    <a:pt x="919" y="2149"/>
                  </a:cubicBezTo>
                  <a:cubicBezTo>
                    <a:pt x="974" y="2149"/>
                    <a:pt x="1031" y="2141"/>
                    <a:pt x="1094" y="2129"/>
                  </a:cubicBezTo>
                  <a:cubicBezTo>
                    <a:pt x="1307" y="2068"/>
                    <a:pt x="1489" y="1946"/>
                    <a:pt x="1611" y="1764"/>
                  </a:cubicBezTo>
                  <a:cubicBezTo>
                    <a:pt x="1854" y="1460"/>
                    <a:pt x="1824" y="1217"/>
                    <a:pt x="1793" y="1217"/>
                  </a:cubicBezTo>
                  <a:lnTo>
                    <a:pt x="1793" y="1217"/>
                  </a:lnTo>
                  <a:cubicBezTo>
                    <a:pt x="1733" y="1369"/>
                    <a:pt x="1641" y="1521"/>
                    <a:pt x="1520" y="1673"/>
                  </a:cubicBezTo>
                  <a:cubicBezTo>
                    <a:pt x="1398" y="1794"/>
                    <a:pt x="1246" y="1916"/>
                    <a:pt x="1064" y="1946"/>
                  </a:cubicBezTo>
                  <a:cubicBezTo>
                    <a:pt x="1028" y="1955"/>
                    <a:pt x="995" y="1959"/>
                    <a:pt x="964" y="1959"/>
                  </a:cubicBezTo>
                  <a:cubicBezTo>
                    <a:pt x="889" y="1959"/>
                    <a:pt x="824" y="1937"/>
                    <a:pt x="760" y="1916"/>
                  </a:cubicBezTo>
                  <a:cubicBezTo>
                    <a:pt x="638" y="1885"/>
                    <a:pt x="547" y="1825"/>
                    <a:pt x="486" y="1764"/>
                  </a:cubicBezTo>
                  <a:cubicBezTo>
                    <a:pt x="334" y="1581"/>
                    <a:pt x="243" y="1369"/>
                    <a:pt x="243" y="1126"/>
                  </a:cubicBezTo>
                  <a:cubicBezTo>
                    <a:pt x="182" y="913"/>
                    <a:pt x="182" y="700"/>
                    <a:pt x="182" y="548"/>
                  </a:cubicBezTo>
                  <a:cubicBezTo>
                    <a:pt x="182" y="366"/>
                    <a:pt x="152" y="153"/>
                    <a:pt x="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3"/>
            <p:cNvSpPr/>
            <p:nvPr/>
          </p:nvSpPr>
          <p:spPr>
            <a:xfrm>
              <a:off x="4987450" y="3641675"/>
              <a:ext cx="34200" cy="31950"/>
            </a:xfrm>
            <a:custGeom>
              <a:avLst/>
              <a:gdLst/>
              <a:ahLst/>
              <a:cxnLst/>
              <a:rect l="l" t="t" r="r" b="b"/>
              <a:pathLst>
                <a:path w="1368" h="1278" extrusionOk="0">
                  <a:moveTo>
                    <a:pt x="31" y="1"/>
                  </a:moveTo>
                  <a:lnTo>
                    <a:pt x="31" y="1"/>
                  </a:lnTo>
                  <a:cubicBezTo>
                    <a:pt x="0" y="31"/>
                    <a:pt x="365" y="214"/>
                    <a:pt x="760" y="578"/>
                  </a:cubicBezTo>
                  <a:cubicBezTo>
                    <a:pt x="1125" y="913"/>
                    <a:pt x="1338" y="1277"/>
                    <a:pt x="1368" y="1277"/>
                  </a:cubicBezTo>
                  <a:cubicBezTo>
                    <a:pt x="1246" y="973"/>
                    <a:pt x="1034" y="730"/>
                    <a:pt x="790" y="517"/>
                  </a:cubicBezTo>
                  <a:cubicBezTo>
                    <a:pt x="578" y="305"/>
                    <a:pt x="304" y="122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5007200" y="3631800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1"/>
                  </a:moveTo>
                  <a:cubicBezTo>
                    <a:pt x="0" y="183"/>
                    <a:pt x="0" y="365"/>
                    <a:pt x="31" y="578"/>
                  </a:cubicBezTo>
                  <a:cubicBezTo>
                    <a:pt x="31" y="760"/>
                    <a:pt x="61" y="943"/>
                    <a:pt x="152" y="1095"/>
                  </a:cubicBezTo>
                  <a:cubicBezTo>
                    <a:pt x="183" y="1095"/>
                    <a:pt x="122" y="852"/>
                    <a:pt x="122" y="548"/>
                  </a:cubicBezTo>
                  <a:cubicBezTo>
                    <a:pt x="122" y="365"/>
                    <a:pt x="92" y="183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4995050" y="3662950"/>
              <a:ext cx="19000" cy="4150"/>
            </a:xfrm>
            <a:custGeom>
              <a:avLst/>
              <a:gdLst/>
              <a:ahLst/>
              <a:cxnLst/>
              <a:rect l="l" t="t" r="r" b="b"/>
              <a:pathLst>
                <a:path w="760" h="166" extrusionOk="0">
                  <a:moveTo>
                    <a:pt x="760" y="1"/>
                  </a:moveTo>
                  <a:cubicBezTo>
                    <a:pt x="638" y="1"/>
                    <a:pt x="517" y="1"/>
                    <a:pt x="395" y="62"/>
                  </a:cubicBezTo>
                  <a:cubicBezTo>
                    <a:pt x="243" y="62"/>
                    <a:pt x="122" y="92"/>
                    <a:pt x="0" y="153"/>
                  </a:cubicBezTo>
                  <a:cubicBezTo>
                    <a:pt x="45" y="162"/>
                    <a:pt x="87" y="165"/>
                    <a:pt x="127" y="165"/>
                  </a:cubicBezTo>
                  <a:cubicBezTo>
                    <a:pt x="223" y="165"/>
                    <a:pt x="309" y="144"/>
                    <a:pt x="395" y="122"/>
                  </a:cubicBezTo>
                  <a:cubicBezTo>
                    <a:pt x="517" y="122"/>
                    <a:pt x="638" y="62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5363600" y="3870400"/>
              <a:ext cx="34975" cy="31200"/>
            </a:xfrm>
            <a:custGeom>
              <a:avLst/>
              <a:gdLst/>
              <a:ahLst/>
              <a:cxnLst/>
              <a:rect l="l" t="t" r="r" b="b"/>
              <a:pathLst>
                <a:path w="1399" h="1248" extrusionOk="0">
                  <a:moveTo>
                    <a:pt x="30" y="1"/>
                  </a:moveTo>
                  <a:cubicBezTo>
                    <a:pt x="0" y="1"/>
                    <a:pt x="395" y="214"/>
                    <a:pt x="760" y="548"/>
                  </a:cubicBezTo>
                  <a:cubicBezTo>
                    <a:pt x="1125" y="913"/>
                    <a:pt x="1368" y="1247"/>
                    <a:pt x="1398" y="1247"/>
                  </a:cubicBezTo>
                  <a:cubicBezTo>
                    <a:pt x="1246" y="973"/>
                    <a:pt x="1064" y="700"/>
                    <a:pt x="821" y="518"/>
                  </a:cubicBezTo>
                  <a:cubicBezTo>
                    <a:pt x="608" y="274"/>
                    <a:pt x="334" y="92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5384100" y="3860525"/>
              <a:ext cx="3825" cy="27375"/>
            </a:xfrm>
            <a:custGeom>
              <a:avLst/>
              <a:gdLst/>
              <a:ahLst/>
              <a:cxnLst/>
              <a:rect l="l" t="t" r="r" b="b"/>
              <a:pathLst>
                <a:path w="153" h="1095" extrusionOk="0">
                  <a:moveTo>
                    <a:pt x="31" y="1"/>
                  </a:moveTo>
                  <a:cubicBezTo>
                    <a:pt x="1" y="183"/>
                    <a:pt x="1" y="365"/>
                    <a:pt x="1" y="548"/>
                  </a:cubicBezTo>
                  <a:cubicBezTo>
                    <a:pt x="1" y="730"/>
                    <a:pt x="61" y="913"/>
                    <a:pt x="122" y="1095"/>
                  </a:cubicBezTo>
                  <a:cubicBezTo>
                    <a:pt x="153" y="1095"/>
                    <a:pt x="92" y="852"/>
                    <a:pt x="92" y="548"/>
                  </a:cubicBezTo>
                  <a:cubicBezTo>
                    <a:pt x="92" y="365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5371950" y="3891375"/>
              <a:ext cx="19025" cy="4125"/>
            </a:xfrm>
            <a:custGeom>
              <a:avLst/>
              <a:gdLst/>
              <a:ahLst/>
              <a:cxnLst/>
              <a:rect l="l" t="t" r="r" b="b"/>
              <a:pathLst>
                <a:path w="761" h="165" extrusionOk="0">
                  <a:moveTo>
                    <a:pt x="647" y="0"/>
                  </a:moveTo>
                  <a:cubicBezTo>
                    <a:pt x="552" y="0"/>
                    <a:pt x="451" y="22"/>
                    <a:pt x="365" y="43"/>
                  </a:cubicBezTo>
                  <a:cubicBezTo>
                    <a:pt x="244" y="43"/>
                    <a:pt x="122" y="104"/>
                    <a:pt x="0" y="165"/>
                  </a:cubicBezTo>
                  <a:cubicBezTo>
                    <a:pt x="122" y="165"/>
                    <a:pt x="244" y="165"/>
                    <a:pt x="365" y="134"/>
                  </a:cubicBezTo>
                  <a:cubicBezTo>
                    <a:pt x="517" y="104"/>
                    <a:pt x="639" y="74"/>
                    <a:pt x="760" y="13"/>
                  </a:cubicBezTo>
                  <a:cubicBezTo>
                    <a:pt x="725" y="4"/>
                    <a:pt x="686" y="0"/>
                    <a:pt x="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5038350" y="4193350"/>
              <a:ext cx="34225" cy="31200"/>
            </a:xfrm>
            <a:custGeom>
              <a:avLst/>
              <a:gdLst/>
              <a:ahLst/>
              <a:cxnLst/>
              <a:rect l="l" t="t" r="r" b="b"/>
              <a:pathLst>
                <a:path w="1369" h="1248" extrusionOk="0">
                  <a:moveTo>
                    <a:pt x="1" y="1"/>
                  </a:moveTo>
                  <a:cubicBezTo>
                    <a:pt x="1" y="31"/>
                    <a:pt x="365" y="214"/>
                    <a:pt x="730" y="578"/>
                  </a:cubicBezTo>
                  <a:cubicBezTo>
                    <a:pt x="943" y="791"/>
                    <a:pt x="1156" y="1004"/>
                    <a:pt x="1368" y="1247"/>
                  </a:cubicBezTo>
                  <a:cubicBezTo>
                    <a:pt x="1216" y="974"/>
                    <a:pt x="1034" y="700"/>
                    <a:pt x="791" y="518"/>
                  </a:cubicBezTo>
                  <a:cubicBezTo>
                    <a:pt x="578" y="274"/>
                    <a:pt x="305" y="12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5058100" y="4183475"/>
              <a:ext cx="3825" cy="27400"/>
            </a:xfrm>
            <a:custGeom>
              <a:avLst/>
              <a:gdLst/>
              <a:ahLst/>
              <a:cxnLst/>
              <a:rect l="l" t="t" r="r" b="b"/>
              <a:pathLst>
                <a:path w="153" h="1096" extrusionOk="0">
                  <a:moveTo>
                    <a:pt x="31" y="1"/>
                  </a:moveTo>
                  <a:cubicBezTo>
                    <a:pt x="1" y="183"/>
                    <a:pt x="1" y="366"/>
                    <a:pt x="31" y="548"/>
                  </a:cubicBezTo>
                  <a:cubicBezTo>
                    <a:pt x="1" y="730"/>
                    <a:pt x="62" y="943"/>
                    <a:pt x="123" y="1095"/>
                  </a:cubicBezTo>
                  <a:cubicBezTo>
                    <a:pt x="153" y="1095"/>
                    <a:pt x="123" y="852"/>
                    <a:pt x="92" y="548"/>
                  </a:cubicBezTo>
                  <a:cubicBezTo>
                    <a:pt x="92" y="366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5045950" y="4214650"/>
              <a:ext cx="19025" cy="3800"/>
            </a:xfrm>
            <a:custGeom>
              <a:avLst/>
              <a:gdLst/>
              <a:ahLst/>
              <a:cxnLst/>
              <a:rect l="l" t="t" r="r" b="b"/>
              <a:pathLst>
                <a:path w="761" h="152" extrusionOk="0">
                  <a:moveTo>
                    <a:pt x="761" y="0"/>
                  </a:moveTo>
                  <a:cubicBezTo>
                    <a:pt x="639" y="0"/>
                    <a:pt x="487" y="0"/>
                    <a:pt x="365" y="30"/>
                  </a:cubicBezTo>
                  <a:cubicBezTo>
                    <a:pt x="244" y="61"/>
                    <a:pt x="122" y="91"/>
                    <a:pt x="1" y="152"/>
                  </a:cubicBezTo>
                  <a:cubicBezTo>
                    <a:pt x="122" y="152"/>
                    <a:pt x="244" y="152"/>
                    <a:pt x="365" y="122"/>
                  </a:cubicBezTo>
                  <a:cubicBezTo>
                    <a:pt x="517" y="122"/>
                    <a:pt x="639" y="61"/>
                    <a:pt x="7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5195650" y="37837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0" y="354"/>
                    <a:pt x="608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517" y="1097"/>
                    <a:pt x="912" y="580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5208575" y="3802275"/>
              <a:ext cx="26625" cy="5300"/>
            </a:xfrm>
            <a:custGeom>
              <a:avLst/>
              <a:gdLst/>
              <a:ahLst/>
              <a:cxnLst/>
              <a:rect l="l" t="t" r="r" b="b"/>
              <a:pathLst>
                <a:path w="1065" h="212" extrusionOk="0">
                  <a:moveTo>
                    <a:pt x="838" y="1"/>
                  </a:moveTo>
                  <a:cubicBezTo>
                    <a:pt x="731" y="1"/>
                    <a:pt x="624" y="15"/>
                    <a:pt x="517" y="51"/>
                  </a:cubicBezTo>
                  <a:cubicBezTo>
                    <a:pt x="335" y="51"/>
                    <a:pt x="152" y="112"/>
                    <a:pt x="0" y="203"/>
                  </a:cubicBezTo>
                  <a:cubicBezTo>
                    <a:pt x="0" y="209"/>
                    <a:pt x="8" y="211"/>
                    <a:pt x="24" y="211"/>
                  </a:cubicBezTo>
                  <a:cubicBezTo>
                    <a:pt x="92" y="211"/>
                    <a:pt x="299" y="161"/>
                    <a:pt x="547" y="112"/>
                  </a:cubicBezTo>
                  <a:cubicBezTo>
                    <a:pt x="730" y="112"/>
                    <a:pt x="912" y="81"/>
                    <a:pt x="1064" y="21"/>
                  </a:cubicBezTo>
                  <a:cubicBezTo>
                    <a:pt x="989" y="8"/>
                    <a:pt x="913" y="1"/>
                    <a:pt x="8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5199450" y="3792900"/>
              <a:ext cx="5350" cy="18250"/>
            </a:xfrm>
            <a:custGeom>
              <a:avLst/>
              <a:gdLst/>
              <a:ahLst/>
              <a:cxnLst/>
              <a:rect l="l" t="t" r="r" b="b"/>
              <a:pathLst>
                <a:path w="214" h="730" extrusionOk="0">
                  <a:moveTo>
                    <a:pt x="1" y="0"/>
                  </a:moveTo>
                  <a:cubicBezTo>
                    <a:pt x="1" y="122"/>
                    <a:pt x="31" y="244"/>
                    <a:pt x="61" y="365"/>
                  </a:cubicBezTo>
                  <a:cubicBezTo>
                    <a:pt x="92" y="487"/>
                    <a:pt x="153" y="608"/>
                    <a:pt x="213" y="730"/>
                  </a:cubicBezTo>
                  <a:cubicBezTo>
                    <a:pt x="213" y="608"/>
                    <a:pt x="183" y="456"/>
                    <a:pt x="153" y="365"/>
                  </a:cubicBezTo>
                  <a:cubicBezTo>
                    <a:pt x="122" y="213"/>
                    <a:pt x="61" y="9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5452500" y="3740925"/>
              <a:ext cx="44850" cy="10300"/>
            </a:xfrm>
            <a:custGeom>
              <a:avLst/>
              <a:gdLst/>
              <a:ahLst/>
              <a:cxnLst/>
              <a:rect l="l" t="t" r="r" b="b"/>
              <a:pathLst>
                <a:path w="1794" h="412" extrusionOk="0">
                  <a:moveTo>
                    <a:pt x="423" y="1"/>
                  </a:moveTo>
                  <a:cubicBezTo>
                    <a:pt x="280" y="1"/>
                    <a:pt x="137" y="16"/>
                    <a:pt x="0" y="43"/>
                  </a:cubicBezTo>
                  <a:cubicBezTo>
                    <a:pt x="0" y="43"/>
                    <a:pt x="395" y="43"/>
                    <a:pt x="912" y="134"/>
                  </a:cubicBezTo>
                  <a:cubicBezTo>
                    <a:pt x="1390" y="247"/>
                    <a:pt x="1738" y="411"/>
                    <a:pt x="1788" y="411"/>
                  </a:cubicBezTo>
                  <a:cubicBezTo>
                    <a:pt x="1792" y="411"/>
                    <a:pt x="1794" y="410"/>
                    <a:pt x="1794" y="408"/>
                  </a:cubicBezTo>
                  <a:cubicBezTo>
                    <a:pt x="1550" y="225"/>
                    <a:pt x="1247" y="134"/>
                    <a:pt x="943" y="73"/>
                  </a:cubicBezTo>
                  <a:cubicBezTo>
                    <a:pt x="775" y="23"/>
                    <a:pt x="599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5465425" y="3723000"/>
              <a:ext cx="15975" cy="22050"/>
            </a:xfrm>
            <a:custGeom>
              <a:avLst/>
              <a:gdLst/>
              <a:ahLst/>
              <a:cxnLst/>
              <a:rect l="l" t="t" r="r" b="b"/>
              <a:pathLst>
                <a:path w="639" h="882" extrusionOk="0">
                  <a:moveTo>
                    <a:pt x="0" y="0"/>
                  </a:moveTo>
                  <a:cubicBezTo>
                    <a:pt x="61" y="152"/>
                    <a:pt x="152" y="334"/>
                    <a:pt x="274" y="486"/>
                  </a:cubicBezTo>
                  <a:cubicBezTo>
                    <a:pt x="334" y="638"/>
                    <a:pt x="486" y="790"/>
                    <a:pt x="638" y="882"/>
                  </a:cubicBezTo>
                  <a:cubicBezTo>
                    <a:pt x="638" y="851"/>
                    <a:pt x="486" y="699"/>
                    <a:pt x="334" y="426"/>
                  </a:cubicBezTo>
                  <a:cubicBezTo>
                    <a:pt x="24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5471500" y="3746550"/>
              <a:ext cx="14450" cy="12950"/>
            </a:xfrm>
            <a:custGeom>
              <a:avLst/>
              <a:gdLst/>
              <a:ahLst/>
              <a:cxnLst/>
              <a:rect l="l" t="t" r="r" b="b"/>
              <a:pathLst>
                <a:path w="578" h="518" extrusionOk="0">
                  <a:moveTo>
                    <a:pt x="578" y="0"/>
                  </a:moveTo>
                  <a:lnTo>
                    <a:pt x="578" y="0"/>
                  </a:lnTo>
                  <a:cubicBezTo>
                    <a:pt x="456" y="61"/>
                    <a:pt x="365" y="122"/>
                    <a:pt x="274" y="213"/>
                  </a:cubicBezTo>
                  <a:cubicBezTo>
                    <a:pt x="122" y="365"/>
                    <a:pt x="0" y="517"/>
                    <a:pt x="0" y="517"/>
                  </a:cubicBezTo>
                  <a:cubicBezTo>
                    <a:pt x="122" y="456"/>
                    <a:pt x="243" y="395"/>
                    <a:pt x="304" y="274"/>
                  </a:cubicBezTo>
                  <a:cubicBezTo>
                    <a:pt x="487" y="152"/>
                    <a:pt x="578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5159175" y="36454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1" y="354"/>
                    <a:pt x="639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274" y="1279"/>
                    <a:pt x="517" y="1067"/>
                    <a:pt x="700" y="823"/>
                  </a:cubicBezTo>
                  <a:cubicBezTo>
                    <a:pt x="882" y="580"/>
                    <a:pt x="1034" y="307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5172100" y="3664475"/>
              <a:ext cx="27375" cy="5350"/>
            </a:xfrm>
            <a:custGeom>
              <a:avLst/>
              <a:gdLst/>
              <a:ahLst/>
              <a:cxnLst/>
              <a:rect l="l" t="t" r="r" b="b"/>
              <a:pathLst>
                <a:path w="1095" h="214" extrusionOk="0">
                  <a:moveTo>
                    <a:pt x="1095" y="1"/>
                  </a:moveTo>
                  <a:cubicBezTo>
                    <a:pt x="882" y="1"/>
                    <a:pt x="699" y="1"/>
                    <a:pt x="517" y="31"/>
                  </a:cubicBezTo>
                  <a:cubicBezTo>
                    <a:pt x="335" y="31"/>
                    <a:pt x="152" y="92"/>
                    <a:pt x="0" y="213"/>
                  </a:cubicBezTo>
                  <a:cubicBezTo>
                    <a:pt x="0" y="213"/>
                    <a:pt x="243" y="153"/>
                    <a:pt x="547" y="122"/>
                  </a:cubicBezTo>
                  <a:cubicBezTo>
                    <a:pt x="730" y="92"/>
                    <a:pt x="912" y="61"/>
                    <a:pt x="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2975" y="3654600"/>
              <a:ext cx="5350" cy="19025"/>
            </a:xfrm>
            <a:custGeom>
              <a:avLst/>
              <a:gdLst/>
              <a:ahLst/>
              <a:cxnLst/>
              <a:rect l="l" t="t" r="r" b="b"/>
              <a:pathLst>
                <a:path w="214" h="761" extrusionOk="0">
                  <a:moveTo>
                    <a:pt x="1" y="0"/>
                  </a:moveTo>
                  <a:cubicBezTo>
                    <a:pt x="1" y="152"/>
                    <a:pt x="31" y="274"/>
                    <a:pt x="61" y="396"/>
                  </a:cubicBezTo>
                  <a:cubicBezTo>
                    <a:pt x="92" y="517"/>
                    <a:pt x="153" y="639"/>
                    <a:pt x="213" y="760"/>
                  </a:cubicBezTo>
                  <a:cubicBezTo>
                    <a:pt x="213" y="608"/>
                    <a:pt x="213" y="487"/>
                    <a:pt x="153" y="365"/>
                  </a:cubicBezTo>
                  <a:cubicBezTo>
                    <a:pt x="122" y="244"/>
                    <a:pt x="92" y="12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5504925" y="3898525"/>
              <a:ext cx="28150" cy="36500"/>
            </a:xfrm>
            <a:custGeom>
              <a:avLst/>
              <a:gdLst/>
              <a:ahLst/>
              <a:cxnLst/>
              <a:rect l="l" t="t" r="r" b="b"/>
              <a:pathLst>
                <a:path w="1126" h="1460" extrusionOk="0">
                  <a:moveTo>
                    <a:pt x="1125" y="0"/>
                  </a:moveTo>
                  <a:cubicBezTo>
                    <a:pt x="1095" y="0"/>
                    <a:pt x="912" y="365"/>
                    <a:pt x="609" y="791"/>
                  </a:cubicBezTo>
                  <a:cubicBezTo>
                    <a:pt x="305" y="1186"/>
                    <a:pt x="1" y="1429"/>
                    <a:pt x="1" y="1459"/>
                  </a:cubicBezTo>
                  <a:cubicBezTo>
                    <a:pt x="274" y="1307"/>
                    <a:pt x="487" y="1064"/>
                    <a:pt x="669" y="821"/>
                  </a:cubicBezTo>
                  <a:cubicBezTo>
                    <a:pt x="882" y="578"/>
                    <a:pt x="1034" y="304"/>
                    <a:pt x="1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3"/>
            <p:cNvSpPr/>
            <p:nvPr/>
          </p:nvSpPr>
          <p:spPr>
            <a:xfrm>
              <a:off x="5517075" y="3917775"/>
              <a:ext cx="27400" cy="5250"/>
            </a:xfrm>
            <a:custGeom>
              <a:avLst/>
              <a:gdLst/>
              <a:ahLst/>
              <a:cxnLst/>
              <a:rect l="l" t="t" r="r" b="b"/>
              <a:pathLst>
                <a:path w="1096" h="210" extrusionOk="0">
                  <a:moveTo>
                    <a:pt x="869" y="1"/>
                  </a:moveTo>
                  <a:cubicBezTo>
                    <a:pt x="762" y="1"/>
                    <a:pt x="655" y="16"/>
                    <a:pt x="548" y="51"/>
                  </a:cubicBezTo>
                  <a:cubicBezTo>
                    <a:pt x="366" y="51"/>
                    <a:pt x="183" y="112"/>
                    <a:pt x="1" y="203"/>
                  </a:cubicBezTo>
                  <a:cubicBezTo>
                    <a:pt x="5" y="207"/>
                    <a:pt x="13" y="209"/>
                    <a:pt x="24" y="209"/>
                  </a:cubicBezTo>
                  <a:cubicBezTo>
                    <a:pt x="93" y="209"/>
                    <a:pt x="287" y="138"/>
                    <a:pt x="548" y="112"/>
                  </a:cubicBezTo>
                  <a:cubicBezTo>
                    <a:pt x="730" y="112"/>
                    <a:pt x="913" y="51"/>
                    <a:pt x="1095" y="21"/>
                  </a:cubicBezTo>
                  <a:cubicBezTo>
                    <a:pt x="1020" y="8"/>
                    <a:pt x="944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3"/>
            <p:cNvSpPr/>
            <p:nvPr/>
          </p:nvSpPr>
          <p:spPr>
            <a:xfrm>
              <a:off x="5508725" y="3908400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1" y="244"/>
                    <a:pt x="61" y="365"/>
                  </a:cubicBezTo>
                  <a:cubicBezTo>
                    <a:pt x="92" y="487"/>
                    <a:pt x="122" y="608"/>
                    <a:pt x="213" y="730"/>
                  </a:cubicBezTo>
                  <a:cubicBezTo>
                    <a:pt x="213" y="608"/>
                    <a:pt x="183" y="457"/>
                    <a:pt x="122" y="335"/>
                  </a:cubicBezTo>
                  <a:cubicBezTo>
                    <a:pt x="122" y="213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5343825" y="3643150"/>
              <a:ext cx="28150" cy="36550"/>
            </a:xfrm>
            <a:custGeom>
              <a:avLst/>
              <a:gdLst/>
              <a:ahLst/>
              <a:cxnLst/>
              <a:rect l="l" t="t" r="r" b="b"/>
              <a:pathLst>
                <a:path w="1126" h="1462" extrusionOk="0">
                  <a:moveTo>
                    <a:pt x="1122" y="1"/>
                  </a:moveTo>
                  <a:cubicBezTo>
                    <a:pt x="1084" y="1"/>
                    <a:pt x="932" y="382"/>
                    <a:pt x="639" y="762"/>
                  </a:cubicBezTo>
                  <a:cubicBezTo>
                    <a:pt x="305" y="1188"/>
                    <a:pt x="1" y="1431"/>
                    <a:pt x="1" y="1462"/>
                  </a:cubicBezTo>
                  <a:cubicBezTo>
                    <a:pt x="517" y="1127"/>
                    <a:pt x="913" y="610"/>
                    <a:pt x="1125" y="3"/>
                  </a:cubicBezTo>
                  <a:cubicBezTo>
                    <a:pt x="1124" y="1"/>
                    <a:pt x="1123" y="1"/>
                    <a:pt x="1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5356750" y="3662200"/>
              <a:ext cx="26625" cy="5500"/>
            </a:xfrm>
            <a:custGeom>
              <a:avLst/>
              <a:gdLst/>
              <a:ahLst/>
              <a:cxnLst/>
              <a:rect l="l" t="t" r="r" b="b"/>
              <a:pathLst>
                <a:path w="1065" h="220" extrusionOk="0">
                  <a:moveTo>
                    <a:pt x="1064" y="0"/>
                  </a:moveTo>
                  <a:cubicBezTo>
                    <a:pt x="882" y="0"/>
                    <a:pt x="700" y="0"/>
                    <a:pt x="517" y="31"/>
                  </a:cubicBezTo>
                  <a:cubicBezTo>
                    <a:pt x="335" y="61"/>
                    <a:pt x="152" y="122"/>
                    <a:pt x="0" y="213"/>
                  </a:cubicBezTo>
                  <a:cubicBezTo>
                    <a:pt x="0" y="217"/>
                    <a:pt x="5" y="219"/>
                    <a:pt x="14" y="219"/>
                  </a:cubicBezTo>
                  <a:cubicBezTo>
                    <a:pt x="70" y="219"/>
                    <a:pt x="286" y="148"/>
                    <a:pt x="548" y="122"/>
                  </a:cubicBezTo>
                  <a:cubicBezTo>
                    <a:pt x="730" y="92"/>
                    <a:pt x="912" y="61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5347625" y="3653075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31" y="244"/>
                    <a:pt x="62" y="365"/>
                  </a:cubicBezTo>
                  <a:cubicBezTo>
                    <a:pt x="92" y="487"/>
                    <a:pt x="153" y="609"/>
                    <a:pt x="213" y="730"/>
                  </a:cubicBezTo>
                  <a:cubicBezTo>
                    <a:pt x="213" y="609"/>
                    <a:pt x="183" y="457"/>
                    <a:pt x="153" y="335"/>
                  </a:cubicBezTo>
                  <a:cubicBezTo>
                    <a:pt x="122" y="213"/>
                    <a:pt x="62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5207050" y="3943925"/>
              <a:ext cx="46375" cy="4175"/>
            </a:xfrm>
            <a:custGeom>
              <a:avLst/>
              <a:gdLst/>
              <a:ahLst/>
              <a:cxnLst/>
              <a:rect l="l" t="t" r="r" b="b"/>
              <a:pathLst>
                <a:path w="1855" h="167" extrusionOk="0">
                  <a:moveTo>
                    <a:pt x="928" y="1"/>
                  </a:moveTo>
                  <a:cubicBezTo>
                    <a:pt x="616" y="1"/>
                    <a:pt x="304" y="54"/>
                    <a:pt x="1" y="160"/>
                  </a:cubicBezTo>
                  <a:cubicBezTo>
                    <a:pt x="5" y="164"/>
                    <a:pt x="17" y="166"/>
                    <a:pt x="35" y="166"/>
                  </a:cubicBezTo>
                  <a:cubicBezTo>
                    <a:pt x="146" y="166"/>
                    <a:pt x="500" y="99"/>
                    <a:pt x="943" y="99"/>
                  </a:cubicBezTo>
                  <a:cubicBezTo>
                    <a:pt x="1360" y="99"/>
                    <a:pt x="1732" y="166"/>
                    <a:pt x="1830" y="166"/>
                  </a:cubicBezTo>
                  <a:cubicBezTo>
                    <a:pt x="1846" y="166"/>
                    <a:pt x="1855" y="164"/>
                    <a:pt x="1855" y="160"/>
                  </a:cubicBezTo>
                  <a:cubicBezTo>
                    <a:pt x="1551" y="54"/>
                    <a:pt x="1239" y="1"/>
                    <a:pt x="9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5214650" y="3927400"/>
              <a:ext cx="21300" cy="18250"/>
            </a:xfrm>
            <a:custGeom>
              <a:avLst/>
              <a:gdLst/>
              <a:ahLst/>
              <a:cxnLst/>
              <a:rect l="l" t="t" r="r" b="b"/>
              <a:pathLst>
                <a:path w="852" h="730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52"/>
                    <a:pt x="244" y="274"/>
                    <a:pt x="396" y="396"/>
                  </a:cubicBezTo>
                  <a:cubicBezTo>
                    <a:pt x="517" y="548"/>
                    <a:pt x="669" y="639"/>
                    <a:pt x="852" y="730"/>
                  </a:cubicBezTo>
                  <a:cubicBezTo>
                    <a:pt x="852" y="700"/>
                    <a:pt x="669" y="548"/>
                    <a:pt x="426" y="335"/>
                  </a:cubicBezTo>
                  <a:cubicBezTo>
                    <a:pt x="304" y="213"/>
                    <a:pt x="152" y="9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5229850" y="3945625"/>
              <a:ext cx="11425" cy="16000"/>
            </a:xfrm>
            <a:custGeom>
              <a:avLst/>
              <a:gdLst/>
              <a:ahLst/>
              <a:cxnLst/>
              <a:rect l="l" t="t" r="r" b="b"/>
              <a:pathLst>
                <a:path w="457" h="640" extrusionOk="0">
                  <a:moveTo>
                    <a:pt x="456" y="1"/>
                  </a:moveTo>
                  <a:cubicBezTo>
                    <a:pt x="426" y="1"/>
                    <a:pt x="304" y="123"/>
                    <a:pt x="183" y="305"/>
                  </a:cubicBezTo>
                  <a:cubicBezTo>
                    <a:pt x="61" y="457"/>
                    <a:pt x="0" y="639"/>
                    <a:pt x="0" y="639"/>
                  </a:cubicBezTo>
                  <a:cubicBezTo>
                    <a:pt x="92" y="548"/>
                    <a:pt x="183" y="457"/>
                    <a:pt x="244" y="335"/>
                  </a:cubicBezTo>
                  <a:cubicBezTo>
                    <a:pt x="335" y="244"/>
                    <a:pt x="396" y="123"/>
                    <a:pt x="4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5307350" y="3787700"/>
              <a:ext cx="12200" cy="11450"/>
            </a:xfrm>
            <a:custGeom>
              <a:avLst/>
              <a:gdLst/>
              <a:ahLst/>
              <a:cxnLst/>
              <a:rect l="l" t="t" r="r" b="b"/>
              <a:pathLst>
                <a:path w="488" h="458" extrusionOk="0">
                  <a:moveTo>
                    <a:pt x="240" y="98"/>
                  </a:moveTo>
                  <a:lnTo>
                    <a:pt x="240" y="98"/>
                  </a:lnTo>
                  <a:cubicBezTo>
                    <a:pt x="250" y="109"/>
                    <a:pt x="262" y="123"/>
                    <a:pt x="274" y="148"/>
                  </a:cubicBezTo>
                  <a:cubicBezTo>
                    <a:pt x="335" y="178"/>
                    <a:pt x="274" y="208"/>
                    <a:pt x="244" y="239"/>
                  </a:cubicBezTo>
                  <a:cubicBezTo>
                    <a:pt x="240" y="243"/>
                    <a:pt x="235" y="245"/>
                    <a:pt x="231" y="245"/>
                  </a:cubicBezTo>
                  <a:cubicBezTo>
                    <a:pt x="206" y="245"/>
                    <a:pt x="183" y="174"/>
                    <a:pt x="183" y="148"/>
                  </a:cubicBezTo>
                  <a:lnTo>
                    <a:pt x="122" y="148"/>
                  </a:lnTo>
                  <a:cubicBezTo>
                    <a:pt x="183" y="148"/>
                    <a:pt x="244" y="148"/>
                    <a:pt x="244" y="117"/>
                  </a:cubicBezTo>
                  <a:cubicBezTo>
                    <a:pt x="244" y="111"/>
                    <a:pt x="243" y="105"/>
                    <a:pt x="240" y="98"/>
                  </a:cubicBezTo>
                  <a:close/>
                  <a:moveTo>
                    <a:pt x="290" y="0"/>
                  </a:moveTo>
                  <a:cubicBezTo>
                    <a:pt x="242" y="0"/>
                    <a:pt x="214" y="36"/>
                    <a:pt x="214" y="56"/>
                  </a:cubicBezTo>
                  <a:cubicBezTo>
                    <a:pt x="214" y="60"/>
                    <a:pt x="214" y="63"/>
                    <a:pt x="215" y="66"/>
                  </a:cubicBezTo>
                  <a:lnTo>
                    <a:pt x="215" y="66"/>
                  </a:lnTo>
                  <a:cubicBezTo>
                    <a:pt x="200" y="52"/>
                    <a:pt x="179" y="39"/>
                    <a:pt x="153" y="26"/>
                  </a:cubicBezTo>
                  <a:lnTo>
                    <a:pt x="122" y="26"/>
                  </a:lnTo>
                  <a:lnTo>
                    <a:pt x="92" y="56"/>
                  </a:lnTo>
                  <a:cubicBezTo>
                    <a:pt x="31" y="117"/>
                    <a:pt x="1" y="208"/>
                    <a:pt x="31" y="269"/>
                  </a:cubicBezTo>
                  <a:cubicBezTo>
                    <a:pt x="58" y="375"/>
                    <a:pt x="130" y="458"/>
                    <a:pt x="228" y="458"/>
                  </a:cubicBezTo>
                  <a:cubicBezTo>
                    <a:pt x="243" y="458"/>
                    <a:pt x="258" y="456"/>
                    <a:pt x="274" y="452"/>
                  </a:cubicBezTo>
                  <a:cubicBezTo>
                    <a:pt x="396" y="421"/>
                    <a:pt x="457" y="330"/>
                    <a:pt x="487" y="239"/>
                  </a:cubicBezTo>
                  <a:cubicBezTo>
                    <a:pt x="487" y="148"/>
                    <a:pt x="457" y="87"/>
                    <a:pt x="365" y="26"/>
                  </a:cubicBezTo>
                  <a:cubicBezTo>
                    <a:pt x="337" y="7"/>
                    <a:pt x="312" y="0"/>
                    <a:pt x="2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5316675" y="3915350"/>
              <a:ext cx="13500" cy="11375"/>
            </a:xfrm>
            <a:custGeom>
              <a:avLst/>
              <a:gdLst/>
              <a:ahLst/>
              <a:cxnLst/>
              <a:rect l="l" t="t" r="r" b="b"/>
              <a:pathLst>
                <a:path w="540" h="455" extrusionOk="0">
                  <a:moveTo>
                    <a:pt x="277" y="88"/>
                  </a:moveTo>
                  <a:cubicBezTo>
                    <a:pt x="294" y="100"/>
                    <a:pt x="310" y="115"/>
                    <a:pt x="327" y="148"/>
                  </a:cubicBezTo>
                  <a:cubicBezTo>
                    <a:pt x="357" y="209"/>
                    <a:pt x="327" y="209"/>
                    <a:pt x="296" y="239"/>
                  </a:cubicBezTo>
                  <a:cubicBezTo>
                    <a:pt x="288" y="244"/>
                    <a:pt x="281" y="245"/>
                    <a:pt x="274" y="245"/>
                  </a:cubicBezTo>
                  <a:cubicBezTo>
                    <a:pt x="241" y="245"/>
                    <a:pt x="236" y="192"/>
                    <a:pt x="236" y="160"/>
                  </a:cubicBezTo>
                  <a:lnTo>
                    <a:pt x="236" y="160"/>
                  </a:lnTo>
                  <a:cubicBezTo>
                    <a:pt x="271" y="157"/>
                    <a:pt x="296" y="138"/>
                    <a:pt x="296" y="118"/>
                  </a:cubicBezTo>
                  <a:cubicBezTo>
                    <a:pt x="296" y="118"/>
                    <a:pt x="290" y="105"/>
                    <a:pt x="277" y="88"/>
                  </a:cubicBezTo>
                  <a:close/>
                  <a:moveTo>
                    <a:pt x="322" y="1"/>
                  </a:moveTo>
                  <a:cubicBezTo>
                    <a:pt x="273" y="1"/>
                    <a:pt x="245" y="27"/>
                    <a:pt x="237" y="47"/>
                  </a:cubicBezTo>
                  <a:lnTo>
                    <a:pt x="237" y="47"/>
                  </a:lnTo>
                  <a:cubicBezTo>
                    <a:pt x="228" y="40"/>
                    <a:pt x="217" y="32"/>
                    <a:pt x="205" y="27"/>
                  </a:cubicBezTo>
                  <a:lnTo>
                    <a:pt x="175" y="27"/>
                  </a:lnTo>
                  <a:lnTo>
                    <a:pt x="144" y="57"/>
                  </a:lnTo>
                  <a:cubicBezTo>
                    <a:pt x="0" y="201"/>
                    <a:pt x="102" y="454"/>
                    <a:pt x="294" y="454"/>
                  </a:cubicBezTo>
                  <a:cubicBezTo>
                    <a:pt x="305" y="454"/>
                    <a:pt x="316" y="454"/>
                    <a:pt x="327" y="452"/>
                  </a:cubicBezTo>
                  <a:cubicBezTo>
                    <a:pt x="418" y="422"/>
                    <a:pt x="509" y="330"/>
                    <a:pt x="540" y="239"/>
                  </a:cubicBezTo>
                  <a:cubicBezTo>
                    <a:pt x="540" y="148"/>
                    <a:pt x="479" y="87"/>
                    <a:pt x="418" y="27"/>
                  </a:cubicBezTo>
                  <a:cubicBezTo>
                    <a:pt x="380" y="8"/>
                    <a:pt x="348" y="1"/>
                    <a:pt x="3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5326350" y="4028575"/>
              <a:ext cx="12175" cy="10750"/>
            </a:xfrm>
            <a:custGeom>
              <a:avLst/>
              <a:gdLst/>
              <a:ahLst/>
              <a:cxnLst/>
              <a:rect l="l" t="t" r="r" b="b"/>
              <a:pathLst>
                <a:path w="487" h="430" extrusionOk="0">
                  <a:moveTo>
                    <a:pt x="300" y="0"/>
                  </a:moveTo>
                  <a:cubicBezTo>
                    <a:pt x="242" y="0"/>
                    <a:pt x="213" y="36"/>
                    <a:pt x="213" y="57"/>
                  </a:cubicBezTo>
                  <a:cubicBezTo>
                    <a:pt x="213" y="87"/>
                    <a:pt x="274" y="57"/>
                    <a:pt x="305" y="118"/>
                  </a:cubicBezTo>
                  <a:cubicBezTo>
                    <a:pt x="335" y="178"/>
                    <a:pt x="274" y="209"/>
                    <a:pt x="244" y="239"/>
                  </a:cubicBezTo>
                  <a:cubicBezTo>
                    <a:pt x="217" y="239"/>
                    <a:pt x="190" y="192"/>
                    <a:pt x="184" y="139"/>
                  </a:cubicBezTo>
                  <a:lnTo>
                    <a:pt x="184" y="139"/>
                  </a:lnTo>
                  <a:cubicBezTo>
                    <a:pt x="219" y="130"/>
                    <a:pt x="244" y="118"/>
                    <a:pt x="244" y="118"/>
                  </a:cubicBezTo>
                  <a:cubicBezTo>
                    <a:pt x="244" y="87"/>
                    <a:pt x="213" y="57"/>
                    <a:pt x="153" y="26"/>
                  </a:cubicBezTo>
                  <a:lnTo>
                    <a:pt x="122" y="26"/>
                  </a:lnTo>
                  <a:lnTo>
                    <a:pt x="92" y="57"/>
                  </a:lnTo>
                  <a:cubicBezTo>
                    <a:pt x="31" y="87"/>
                    <a:pt x="1" y="178"/>
                    <a:pt x="31" y="270"/>
                  </a:cubicBezTo>
                  <a:cubicBezTo>
                    <a:pt x="56" y="370"/>
                    <a:pt x="144" y="429"/>
                    <a:pt x="225" y="429"/>
                  </a:cubicBezTo>
                  <a:cubicBezTo>
                    <a:pt x="242" y="429"/>
                    <a:pt x="259" y="427"/>
                    <a:pt x="274" y="422"/>
                  </a:cubicBezTo>
                  <a:cubicBezTo>
                    <a:pt x="396" y="422"/>
                    <a:pt x="457" y="330"/>
                    <a:pt x="487" y="239"/>
                  </a:cubicBezTo>
                  <a:cubicBezTo>
                    <a:pt x="487" y="148"/>
                    <a:pt x="457" y="57"/>
                    <a:pt x="396" y="26"/>
                  </a:cubicBezTo>
                  <a:cubicBezTo>
                    <a:pt x="358" y="8"/>
                    <a:pt x="326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3"/>
            <p:cNvSpPr/>
            <p:nvPr/>
          </p:nvSpPr>
          <p:spPr>
            <a:xfrm>
              <a:off x="5288350" y="3668375"/>
              <a:ext cx="12200" cy="11325"/>
            </a:xfrm>
            <a:custGeom>
              <a:avLst/>
              <a:gdLst/>
              <a:ahLst/>
              <a:cxnLst/>
              <a:rect l="l" t="t" r="r" b="b"/>
              <a:pathLst>
                <a:path w="488" h="453" extrusionOk="0">
                  <a:moveTo>
                    <a:pt x="235" y="89"/>
                  </a:moveTo>
                  <a:cubicBezTo>
                    <a:pt x="246" y="96"/>
                    <a:pt x="260" y="104"/>
                    <a:pt x="274" y="118"/>
                  </a:cubicBezTo>
                  <a:cubicBezTo>
                    <a:pt x="305" y="179"/>
                    <a:pt x="274" y="209"/>
                    <a:pt x="244" y="240"/>
                  </a:cubicBezTo>
                  <a:cubicBezTo>
                    <a:pt x="240" y="244"/>
                    <a:pt x="236" y="246"/>
                    <a:pt x="232" y="246"/>
                  </a:cubicBezTo>
                  <a:cubicBezTo>
                    <a:pt x="210" y="246"/>
                    <a:pt x="191" y="195"/>
                    <a:pt x="185" y="147"/>
                  </a:cubicBezTo>
                  <a:lnTo>
                    <a:pt x="185" y="147"/>
                  </a:lnTo>
                  <a:cubicBezTo>
                    <a:pt x="219" y="145"/>
                    <a:pt x="244" y="138"/>
                    <a:pt x="244" y="118"/>
                  </a:cubicBezTo>
                  <a:cubicBezTo>
                    <a:pt x="244" y="109"/>
                    <a:pt x="241" y="99"/>
                    <a:pt x="235" y="89"/>
                  </a:cubicBezTo>
                  <a:close/>
                  <a:moveTo>
                    <a:pt x="290" y="1"/>
                  </a:moveTo>
                  <a:cubicBezTo>
                    <a:pt x="243" y="1"/>
                    <a:pt x="214" y="36"/>
                    <a:pt x="214" y="57"/>
                  </a:cubicBezTo>
                  <a:cubicBezTo>
                    <a:pt x="214" y="61"/>
                    <a:pt x="214" y="64"/>
                    <a:pt x="215" y="66"/>
                  </a:cubicBezTo>
                  <a:lnTo>
                    <a:pt x="215" y="66"/>
                  </a:lnTo>
                  <a:cubicBezTo>
                    <a:pt x="200" y="53"/>
                    <a:pt x="179" y="40"/>
                    <a:pt x="153" y="27"/>
                  </a:cubicBezTo>
                  <a:lnTo>
                    <a:pt x="122" y="27"/>
                  </a:lnTo>
                  <a:lnTo>
                    <a:pt x="92" y="57"/>
                  </a:lnTo>
                  <a:cubicBezTo>
                    <a:pt x="31" y="118"/>
                    <a:pt x="1" y="209"/>
                    <a:pt x="31" y="270"/>
                  </a:cubicBezTo>
                  <a:cubicBezTo>
                    <a:pt x="31" y="392"/>
                    <a:pt x="153" y="453"/>
                    <a:pt x="274" y="453"/>
                  </a:cubicBezTo>
                  <a:cubicBezTo>
                    <a:pt x="396" y="422"/>
                    <a:pt x="457" y="331"/>
                    <a:pt x="487" y="240"/>
                  </a:cubicBezTo>
                  <a:cubicBezTo>
                    <a:pt x="487" y="149"/>
                    <a:pt x="457" y="88"/>
                    <a:pt x="366" y="27"/>
                  </a:cubicBezTo>
                  <a:cubicBezTo>
                    <a:pt x="337" y="8"/>
                    <a:pt x="312" y="1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3"/>
            <p:cNvSpPr/>
            <p:nvPr/>
          </p:nvSpPr>
          <p:spPr>
            <a:xfrm>
              <a:off x="4883325" y="4245950"/>
              <a:ext cx="1067675" cy="289550"/>
            </a:xfrm>
            <a:custGeom>
              <a:avLst/>
              <a:gdLst/>
              <a:ahLst/>
              <a:cxnLst/>
              <a:rect l="l" t="t" r="r" b="b"/>
              <a:pathLst>
                <a:path w="42707" h="11582" extrusionOk="0">
                  <a:moveTo>
                    <a:pt x="22951" y="1"/>
                  </a:moveTo>
                  <a:cubicBezTo>
                    <a:pt x="14071" y="1"/>
                    <a:pt x="3831" y="177"/>
                    <a:pt x="3831" y="177"/>
                  </a:cubicBezTo>
                  <a:cubicBezTo>
                    <a:pt x="3831" y="177"/>
                    <a:pt x="1" y="10754"/>
                    <a:pt x="9302" y="11180"/>
                  </a:cubicBezTo>
                  <a:cubicBezTo>
                    <a:pt x="15405" y="11469"/>
                    <a:pt x="22976" y="11530"/>
                    <a:pt x="28261" y="11530"/>
                  </a:cubicBezTo>
                  <a:cubicBezTo>
                    <a:pt x="30189" y="11530"/>
                    <a:pt x="31813" y="11522"/>
                    <a:pt x="32950" y="11514"/>
                  </a:cubicBezTo>
                  <a:cubicBezTo>
                    <a:pt x="33837" y="11514"/>
                    <a:pt x="34650" y="11582"/>
                    <a:pt x="35443" y="11582"/>
                  </a:cubicBezTo>
                  <a:cubicBezTo>
                    <a:pt x="36415" y="11582"/>
                    <a:pt x="37355" y="11480"/>
                    <a:pt x="38360" y="11028"/>
                  </a:cubicBezTo>
                  <a:cubicBezTo>
                    <a:pt x="40336" y="10146"/>
                    <a:pt x="42342" y="8687"/>
                    <a:pt x="42494" y="6377"/>
                  </a:cubicBezTo>
                  <a:cubicBezTo>
                    <a:pt x="42707" y="3368"/>
                    <a:pt x="40731" y="572"/>
                    <a:pt x="33801" y="177"/>
                  </a:cubicBezTo>
                  <a:cubicBezTo>
                    <a:pt x="31491" y="45"/>
                    <a:pt x="27391" y="1"/>
                    <a:pt x="22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020125" y="4249500"/>
              <a:ext cx="8375" cy="17700"/>
            </a:xfrm>
            <a:custGeom>
              <a:avLst/>
              <a:gdLst/>
              <a:ahLst/>
              <a:cxnLst/>
              <a:rect l="l" t="t" r="r" b="b"/>
              <a:pathLst>
                <a:path w="335" h="708" extrusionOk="0">
                  <a:moveTo>
                    <a:pt x="266" y="1"/>
                  </a:moveTo>
                  <a:cubicBezTo>
                    <a:pt x="230" y="1"/>
                    <a:pt x="145" y="170"/>
                    <a:pt x="61" y="339"/>
                  </a:cubicBezTo>
                  <a:cubicBezTo>
                    <a:pt x="0" y="521"/>
                    <a:pt x="0" y="703"/>
                    <a:pt x="31" y="703"/>
                  </a:cubicBezTo>
                  <a:cubicBezTo>
                    <a:pt x="36" y="706"/>
                    <a:pt x="41" y="707"/>
                    <a:pt x="47" y="707"/>
                  </a:cubicBezTo>
                  <a:cubicBezTo>
                    <a:pt x="107" y="707"/>
                    <a:pt x="188" y="566"/>
                    <a:pt x="243" y="399"/>
                  </a:cubicBezTo>
                  <a:cubicBezTo>
                    <a:pt x="335" y="187"/>
                    <a:pt x="335" y="35"/>
                    <a:pt x="274" y="4"/>
                  </a:cubicBezTo>
                  <a:cubicBezTo>
                    <a:pt x="271" y="2"/>
                    <a:pt x="269" y="1"/>
                    <a:pt x="2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005675" y="4304300"/>
              <a:ext cx="6875" cy="38025"/>
            </a:xfrm>
            <a:custGeom>
              <a:avLst/>
              <a:gdLst/>
              <a:ahLst/>
              <a:cxnLst/>
              <a:rect l="l" t="t" r="r" b="b"/>
              <a:pathLst>
                <a:path w="275" h="1521" extrusionOk="0">
                  <a:moveTo>
                    <a:pt x="213" y="1"/>
                  </a:moveTo>
                  <a:cubicBezTo>
                    <a:pt x="92" y="244"/>
                    <a:pt x="1" y="517"/>
                    <a:pt x="31" y="761"/>
                  </a:cubicBezTo>
                  <a:cubicBezTo>
                    <a:pt x="1" y="1186"/>
                    <a:pt x="61" y="1520"/>
                    <a:pt x="122" y="1520"/>
                  </a:cubicBezTo>
                  <a:cubicBezTo>
                    <a:pt x="213" y="1277"/>
                    <a:pt x="244" y="1034"/>
                    <a:pt x="213" y="761"/>
                  </a:cubicBezTo>
                  <a:cubicBezTo>
                    <a:pt x="244" y="365"/>
                    <a:pt x="27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016325" y="4379525"/>
              <a:ext cx="25100" cy="31275"/>
            </a:xfrm>
            <a:custGeom>
              <a:avLst/>
              <a:gdLst/>
              <a:ahLst/>
              <a:cxnLst/>
              <a:rect l="l" t="t" r="r" b="b"/>
              <a:pathLst>
                <a:path w="1004" h="1251" extrusionOk="0">
                  <a:moveTo>
                    <a:pt x="61" y="1"/>
                  </a:moveTo>
                  <a:cubicBezTo>
                    <a:pt x="0" y="31"/>
                    <a:pt x="122" y="366"/>
                    <a:pt x="365" y="730"/>
                  </a:cubicBezTo>
                  <a:cubicBezTo>
                    <a:pt x="591" y="1069"/>
                    <a:pt x="869" y="1250"/>
                    <a:pt x="932" y="1250"/>
                  </a:cubicBezTo>
                  <a:cubicBezTo>
                    <a:pt x="937" y="1250"/>
                    <a:pt x="940" y="1249"/>
                    <a:pt x="942" y="1247"/>
                  </a:cubicBezTo>
                  <a:cubicBezTo>
                    <a:pt x="1003" y="1217"/>
                    <a:pt x="760" y="943"/>
                    <a:pt x="517" y="609"/>
                  </a:cubicBezTo>
                  <a:cubicBezTo>
                    <a:pt x="274" y="274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73300" y="4428725"/>
              <a:ext cx="38025" cy="10125"/>
            </a:xfrm>
            <a:custGeom>
              <a:avLst/>
              <a:gdLst/>
              <a:ahLst/>
              <a:cxnLst/>
              <a:rect l="l" t="t" r="r" b="b"/>
              <a:pathLst>
                <a:path w="1521" h="405" extrusionOk="0">
                  <a:moveTo>
                    <a:pt x="163" y="1"/>
                  </a:moveTo>
                  <a:cubicBezTo>
                    <a:pt x="118" y="1"/>
                    <a:pt x="74" y="3"/>
                    <a:pt x="31" y="9"/>
                  </a:cubicBezTo>
                  <a:cubicBezTo>
                    <a:pt x="1" y="69"/>
                    <a:pt x="335" y="221"/>
                    <a:pt x="761" y="313"/>
                  </a:cubicBezTo>
                  <a:cubicBezTo>
                    <a:pt x="1016" y="371"/>
                    <a:pt x="1258" y="405"/>
                    <a:pt x="1398" y="405"/>
                  </a:cubicBezTo>
                  <a:cubicBezTo>
                    <a:pt x="1475" y="405"/>
                    <a:pt x="1521" y="395"/>
                    <a:pt x="1521" y="373"/>
                  </a:cubicBezTo>
                  <a:cubicBezTo>
                    <a:pt x="1521" y="313"/>
                    <a:pt x="1186" y="221"/>
                    <a:pt x="791" y="130"/>
                  </a:cubicBezTo>
                  <a:cubicBezTo>
                    <a:pt x="591" y="55"/>
                    <a:pt x="370" y="1"/>
                    <a:pt x="16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>
              <a:off x="5149300" y="4440325"/>
              <a:ext cx="38025" cy="5350"/>
            </a:xfrm>
            <a:custGeom>
              <a:avLst/>
              <a:gdLst/>
              <a:ahLst/>
              <a:cxnLst/>
              <a:rect l="l" t="t" r="r" b="b"/>
              <a:pathLst>
                <a:path w="1521" h="214" extrusionOk="0">
                  <a:moveTo>
                    <a:pt x="760" y="0"/>
                  </a:moveTo>
                  <a:cubicBezTo>
                    <a:pt x="365" y="0"/>
                    <a:pt x="0" y="31"/>
                    <a:pt x="0" y="92"/>
                  </a:cubicBezTo>
                  <a:cubicBezTo>
                    <a:pt x="0" y="152"/>
                    <a:pt x="365" y="213"/>
                    <a:pt x="760" y="213"/>
                  </a:cubicBezTo>
                  <a:cubicBezTo>
                    <a:pt x="1186" y="213"/>
                    <a:pt x="1520" y="183"/>
                    <a:pt x="1520" y="122"/>
                  </a:cubicBezTo>
                  <a:cubicBezTo>
                    <a:pt x="1277" y="31"/>
                    <a:pt x="1034" y="0"/>
                    <a:pt x="7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/>
            <p:cNvSpPr/>
            <p:nvPr/>
          </p:nvSpPr>
          <p:spPr>
            <a:xfrm>
              <a:off x="5226050" y="4441275"/>
              <a:ext cx="38025" cy="5150"/>
            </a:xfrm>
            <a:custGeom>
              <a:avLst/>
              <a:gdLst/>
              <a:ahLst/>
              <a:cxnLst/>
              <a:rect l="l" t="t" r="r" b="b"/>
              <a:pathLst>
                <a:path w="1521" h="206" extrusionOk="0">
                  <a:moveTo>
                    <a:pt x="772" y="0"/>
                  </a:moveTo>
                  <a:cubicBezTo>
                    <a:pt x="517" y="0"/>
                    <a:pt x="259" y="38"/>
                    <a:pt x="0" y="114"/>
                  </a:cubicBezTo>
                  <a:cubicBezTo>
                    <a:pt x="0" y="175"/>
                    <a:pt x="365" y="206"/>
                    <a:pt x="760" y="206"/>
                  </a:cubicBezTo>
                  <a:cubicBezTo>
                    <a:pt x="1186" y="206"/>
                    <a:pt x="1520" y="175"/>
                    <a:pt x="1520" y="114"/>
                  </a:cubicBezTo>
                  <a:cubicBezTo>
                    <a:pt x="1277" y="38"/>
                    <a:pt x="1026" y="0"/>
                    <a:pt x="7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/>
            <p:cNvSpPr/>
            <p:nvPr/>
          </p:nvSpPr>
          <p:spPr>
            <a:xfrm>
              <a:off x="5303550" y="4441575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568" y="0"/>
                  </a:moveTo>
                  <a:cubicBezTo>
                    <a:pt x="361" y="0"/>
                    <a:pt x="163" y="40"/>
                    <a:pt x="1" y="133"/>
                  </a:cubicBezTo>
                  <a:cubicBezTo>
                    <a:pt x="160" y="201"/>
                    <a:pt x="354" y="235"/>
                    <a:pt x="556" y="235"/>
                  </a:cubicBezTo>
                  <a:cubicBezTo>
                    <a:pt x="624" y="235"/>
                    <a:pt x="692" y="232"/>
                    <a:pt x="761" y="224"/>
                  </a:cubicBezTo>
                  <a:cubicBezTo>
                    <a:pt x="1156" y="224"/>
                    <a:pt x="1521" y="194"/>
                    <a:pt x="1521" y="133"/>
                  </a:cubicBezTo>
                  <a:cubicBezTo>
                    <a:pt x="1320" y="58"/>
                    <a:pt x="1100" y="3"/>
                    <a:pt x="892" y="3"/>
                  </a:cubicBezTo>
                  <a:cubicBezTo>
                    <a:pt x="848" y="3"/>
                    <a:pt x="804" y="6"/>
                    <a:pt x="761" y="11"/>
                  </a:cubicBezTo>
                  <a:cubicBezTo>
                    <a:pt x="696" y="4"/>
                    <a:pt x="631" y="0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380300" y="4442000"/>
              <a:ext cx="38025" cy="5475"/>
            </a:xfrm>
            <a:custGeom>
              <a:avLst/>
              <a:gdLst/>
              <a:ahLst/>
              <a:cxnLst/>
              <a:rect l="l" t="t" r="r" b="b"/>
              <a:pathLst>
                <a:path w="1521" h="219" extrusionOk="0">
                  <a:moveTo>
                    <a:pt x="970" y="0"/>
                  </a:moveTo>
                  <a:cubicBezTo>
                    <a:pt x="899" y="0"/>
                    <a:pt x="829" y="8"/>
                    <a:pt x="761" y="25"/>
                  </a:cubicBezTo>
                  <a:cubicBezTo>
                    <a:pt x="335" y="25"/>
                    <a:pt x="1" y="55"/>
                    <a:pt x="1" y="116"/>
                  </a:cubicBezTo>
                  <a:cubicBezTo>
                    <a:pt x="183" y="184"/>
                    <a:pt x="365" y="218"/>
                    <a:pt x="561" y="218"/>
                  </a:cubicBezTo>
                  <a:cubicBezTo>
                    <a:pt x="626" y="218"/>
                    <a:pt x="692" y="215"/>
                    <a:pt x="761" y="207"/>
                  </a:cubicBezTo>
                  <a:cubicBezTo>
                    <a:pt x="1156" y="207"/>
                    <a:pt x="1521" y="177"/>
                    <a:pt x="1521" y="116"/>
                  </a:cubicBezTo>
                  <a:cubicBezTo>
                    <a:pt x="1345" y="50"/>
                    <a:pt x="1154" y="0"/>
                    <a:pt x="97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457050" y="4441550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948" y="1"/>
                  </a:moveTo>
                  <a:cubicBezTo>
                    <a:pt x="884" y="1"/>
                    <a:pt x="821" y="5"/>
                    <a:pt x="761" y="12"/>
                  </a:cubicBezTo>
                  <a:cubicBezTo>
                    <a:pt x="335" y="12"/>
                    <a:pt x="1" y="73"/>
                    <a:pt x="1" y="103"/>
                  </a:cubicBezTo>
                  <a:cubicBezTo>
                    <a:pt x="186" y="196"/>
                    <a:pt x="372" y="236"/>
                    <a:pt x="572" y="236"/>
                  </a:cubicBezTo>
                  <a:cubicBezTo>
                    <a:pt x="633" y="236"/>
                    <a:pt x="696" y="232"/>
                    <a:pt x="761" y="225"/>
                  </a:cubicBezTo>
                  <a:cubicBezTo>
                    <a:pt x="1156" y="225"/>
                    <a:pt x="1520" y="164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533800" y="44408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618" y="1"/>
                  </a:moveTo>
                  <a:cubicBezTo>
                    <a:pt x="401" y="1"/>
                    <a:pt x="201" y="55"/>
                    <a:pt x="1" y="130"/>
                  </a:cubicBezTo>
                  <a:cubicBezTo>
                    <a:pt x="1" y="191"/>
                    <a:pt x="335" y="222"/>
                    <a:pt x="761" y="222"/>
                  </a:cubicBezTo>
                  <a:cubicBezTo>
                    <a:pt x="818" y="229"/>
                    <a:pt x="877" y="233"/>
                    <a:pt x="937" y="233"/>
                  </a:cubicBezTo>
                  <a:cubicBezTo>
                    <a:pt x="1131" y="233"/>
                    <a:pt x="1335" y="193"/>
                    <a:pt x="1520" y="100"/>
                  </a:cubicBezTo>
                  <a:cubicBezTo>
                    <a:pt x="1520" y="70"/>
                    <a:pt x="1186" y="9"/>
                    <a:pt x="761" y="9"/>
                  </a:cubicBezTo>
                  <a:cubicBezTo>
                    <a:pt x="712" y="4"/>
                    <a:pt x="665" y="1"/>
                    <a:pt x="6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610550" y="44403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761" y="0"/>
                  </a:moveTo>
                  <a:cubicBezTo>
                    <a:pt x="335" y="31"/>
                    <a:pt x="1" y="61"/>
                    <a:pt x="1" y="122"/>
                  </a:cubicBezTo>
                  <a:cubicBezTo>
                    <a:pt x="183" y="190"/>
                    <a:pt x="365" y="225"/>
                    <a:pt x="561" y="225"/>
                  </a:cubicBezTo>
                  <a:cubicBezTo>
                    <a:pt x="626" y="225"/>
                    <a:pt x="692" y="221"/>
                    <a:pt x="761" y="213"/>
                  </a:cubicBezTo>
                  <a:cubicBezTo>
                    <a:pt x="818" y="220"/>
                    <a:pt x="877" y="224"/>
                    <a:pt x="937" y="224"/>
                  </a:cubicBezTo>
                  <a:cubicBezTo>
                    <a:pt x="1131" y="224"/>
                    <a:pt x="1335" y="185"/>
                    <a:pt x="1520" y="92"/>
                  </a:cubicBezTo>
                  <a:cubicBezTo>
                    <a:pt x="1520" y="31"/>
                    <a:pt x="1186" y="0"/>
                    <a:pt x="7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>
              <a:off x="5687300" y="44392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948" y="1"/>
                  </a:moveTo>
                  <a:cubicBezTo>
                    <a:pt x="884" y="1"/>
                    <a:pt x="821" y="4"/>
                    <a:pt x="760" y="12"/>
                  </a:cubicBezTo>
                  <a:cubicBezTo>
                    <a:pt x="335" y="12"/>
                    <a:pt x="1" y="73"/>
                    <a:pt x="1" y="134"/>
                  </a:cubicBezTo>
                  <a:cubicBezTo>
                    <a:pt x="1" y="194"/>
                    <a:pt x="335" y="225"/>
                    <a:pt x="760" y="225"/>
                  </a:cubicBezTo>
                  <a:cubicBezTo>
                    <a:pt x="804" y="230"/>
                    <a:pt x="848" y="233"/>
                    <a:pt x="892" y="233"/>
                  </a:cubicBezTo>
                  <a:cubicBezTo>
                    <a:pt x="1100" y="233"/>
                    <a:pt x="1320" y="178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/>
            <p:cNvSpPr/>
            <p:nvPr/>
          </p:nvSpPr>
          <p:spPr>
            <a:xfrm>
              <a:off x="5764050" y="4439000"/>
              <a:ext cx="38025" cy="5425"/>
            </a:xfrm>
            <a:custGeom>
              <a:avLst/>
              <a:gdLst/>
              <a:ahLst/>
              <a:cxnLst/>
              <a:rect l="l" t="t" r="r" b="b"/>
              <a:pathLst>
                <a:path w="1521" h="217" extrusionOk="0">
                  <a:moveTo>
                    <a:pt x="749" y="0"/>
                  </a:moveTo>
                  <a:cubicBezTo>
                    <a:pt x="494" y="0"/>
                    <a:pt x="244" y="38"/>
                    <a:pt x="1" y="114"/>
                  </a:cubicBezTo>
                  <a:cubicBezTo>
                    <a:pt x="183" y="183"/>
                    <a:pt x="365" y="217"/>
                    <a:pt x="561" y="217"/>
                  </a:cubicBezTo>
                  <a:cubicBezTo>
                    <a:pt x="626" y="217"/>
                    <a:pt x="692" y="213"/>
                    <a:pt x="760" y="205"/>
                  </a:cubicBezTo>
                  <a:cubicBezTo>
                    <a:pt x="1125" y="179"/>
                    <a:pt x="1422" y="153"/>
                    <a:pt x="1500" y="108"/>
                  </a:cubicBezTo>
                  <a:lnTo>
                    <a:pt x="1500" y="108"/>
                  </a:lnTo>
                  <a:cubicBezTo>
                    <a:pt x="1507" y="110"/>
                    <a:pt x="1514" y="112"/>
                    <a:pt x="1520" y="114"/>
                  </a:cubicBezTo>
                  <a:lnTo>
                    <a:pt x="1520" y="84"/>
                  </a:lnTo>
                  <a:cubicBezTo>
                    <a:pt x="1520" y="93"/>
                    <a:pt x="1513" y="101"/>
                    <a:pt x="1500" y="108"/>
                  </a:cubicBezTo>
                  <a:lnTo>
                    <a:pt x="1500" y="108"/>
                  </a:lnTo>
                  <a:cubicBezTo>
                    <a:pt x="1249" y="36"/>
                    <a:pt x="997" y="0"/>
                    <a:pt x="7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/>
            <p:cNvSpPr/>
            <p:nvPr/>
          </p:nvSpPr>
          <p:spPr>
            <a:xfrm>
              <a:off x="5840800" y="44385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560" y="0"/>
                  </a:moveTo>
                  <a:cubicBezTo>
                    <a:pt x="365" y="0"/>
                    <a:pt x="183" y="34"/>
                    <a:pt x="1" y="103"/>
                  </a:cubicBezTo>
                  <a:cubicBezTo>
                    <a:pt x="244" y="194"/>
                    <a:pt x="487" y="224"/>
                    <a:pt x="760" y="224"/>
                  </a:cubicBezTo>
                  <a:cubicBezTo>
                    <a:pt x="1186" y="194"/>
                    <a:pt x="1520" y="164"/>
                    <a:pt x="1520" y="103"/>
                  </a:cubicBezTo>
                  <a:cubicBezTo>
                    <a:pt x="1338" y="34"/>
                    <a:pt x="1138" y="0"/>
                    <a:pt x="948" y="0"/>
                  </a:cubicBezTo>
                  <a:cubicBezTo>
                    <a:pt x="884" y="0"/>
                    <a:pt x="821" y="4"/>
                    <a:pt x="760" y="12"/>
                  </a:cubicBezTo>
                  <a:cubicBezTo>
                    <a:pt x="692" y="4"/>
                    <a:pt x="626" y="0"/>
                    <a:pt x="5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/>
            <p:cNvSpPr/>
            <p:nvPr/>
          </p:nvSpPr>
          <p:spPr>
            <a:xfrm>
              <a:off x="5916800" y="4438050"/>
              <a:ext cx="19000" cy="5350"/>
            </a:xfrm>
            <a:custGeom>
              <a:avLst/>
              <a:gdLst/>
              <a:ahLst/>
              <a:cxnLst/>
              <a:rect l="l" t="t" r="r" b="b"/>
              <a:pathLst>
                <a:path w="760" h="214" extrusionOk="0">
                  <a:moveTo>
                    <a:pt x="395" y="0"/>
                  </a:moveTo>
                  <a:cubicBezTo>
                    <a:pt x="182" y="0"/>
                    <a:pt x="0" y="61"/>
                    <a:pt x="0" y="91"/>
                  </a:cubicBezTo>
                  <a:cubicBezTo>
                    <a:pt x="0" y="152"/>
                    <a:pt x="182" y="213"/>
                    <a:pt x="395" y="213"/>
                  </a:cubicBezTo>
                  <a:cubicBezTo>
                    <a:pt x="608" y="213"/>
                    <a:pt x="760" y="152"/>
                    <a:pt x="760" y="91"/>
                  </a:cubicBezTo>
                  <a:cubicBezTo>
                    <a:pt x="760" y="61"/>
                    <a:pt x="608" y="0"/>
                    <a:pt x="3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/>
            <p:cNvSpPr/>
            <p:nvPr/>
          </p:nvSpPr>
          <p:spPr>
            <a:xfrm>
              <a:off x="4989725" y="4248075"/>
              <a:ext cx="933925" cy="215275"/>
            </a:xfrm>
            <a:custGeom>
              <a:avLst/>
              <a:gdLst/>
              <a:ahLst/>
              <a:cxnLst/>
              <a:rect l="l" t="t" r="r" b="b"/>
              <a:pathLst>
                <a:path w="37357" h="8611" extrusionOk="0">
                  <a:moveTo>
                    <a:pt x="943" y="0"/>
                  </a:moveTo>
                  <a:lnTo>
                    <a:pt x="943" y="0"/>
                  </a:lnTo>
                  <a:cubicBezTo>
                    <a:pt x="943" y="0"/>
                    <a:pt x="912" y="31"/>
                    <a:pt x="912" y="122"/>
                  </a:cubicBezTo>
                  <a:cubicBezTo>
                    <a:pt x="943" y="92"/>
                    <a:pt x="943" y="61"/>
                    <a:pt x="943" y="0"/>
                  </a:cubicBezTo>
                  <a:close/>
                  <a:moveTo>
                    <a:pt x="912" y="122"/>
                  </a:moveTo>
                  <a:cubicBezTo>
                    <a:pt x="882" y="213"/>
                    <a:pt x="851" y="304"/>
                    <a:pt x="791" y="426"/>
                  </a:cubicBezTo>
                  <a:cubicBezTo>
                    <a:pt x="699" y="700"/>
                    <a:pt x="547" y="1125"/>
                    <a:pt x="426" y="1672"/>
                  </a:cubicBezTo>
                  <a:cubicBezTo>
                    <a:pt x="213" y="2310"/>
                    <a:pt x="92" y="2979"/>
                    <a:pt x="31" y="3678"/>
                  </a:cubicBezTo>
                  <a:cubicBezTo>
                    <a:pt x="0" y="4073"/>
                    <a:pt x="0" y="4529"/>
                    <a:pt x="31" y="4955"/>
                  </a:cubicBezTo>
                  <a:cubicBezTo>
                    <a:pt x="31" y="5411"/>
                    <a:pt x="152" y="5897"/>
                    <a:pt x="395" y="6323"/>
                  </a:cubicBezTo>
                  <a:cubicBezTo>
                    <a:pt x="669" y="6779"/>
                    <a:pt x="1034" y="7174"/>
                    <a:pt x="1429" y="7539"/>
                  </a:cubicBezTo>
                  <a:cubicBezTo>
                    <a:pt x="1915" y="7873"/>
                    <a:pt x="2432" y="8086"/>
                    <a:pt x="3010" y="8207"/>
                  </a:cubicBezTo>
                  <a:cubicBezTo>
                    <a:pt x="4129" y="8398"/>
                    <a:pt x="5248" y="8516"/>
                    <a:pt x="6367" y="8516"/>
                  </a:cubicBezTo>
                  <a:cubicBezTo>
                    <a:pt x="6494" y="8516"/>
                    <a:pt x="6621" y="8514"/>
                    <a:pt x="6748" y="8511"/>
                  </a:cubicBezTo>
                  <a:cubicBezTo>
                    <a:pt x="9393" y="8542"/>
                    <a:pt x="12280" y="8572"/>
                    <a:pt x="15320" y="8602"/>
                  </a:cubicBezTo>
                  <a:cubicBezTo>
                    <a:pt x="16481" y="8608"/>
                    <a:pt x="17622" y="8611"/>
                    <a:pt x="18736" y="8611"/>
                  </a:cubicBezTo>
                  <a:cubicBezTo>
                    <a:pt x="23455" y="8611"/>
                    <a:pt x="27691" y="8566"/>
                    <a:pt x="30913" y="8542"/>
                  </a:cubicBezTo>
                  <a:lnTo>
                    <a:pt x="35624" y="8481"/>
                  </a:lnTo>
                  <a:lnTo>
                    <a:pt x="36931" y="8450"/>
                  </a:lnTo>
                  <a:lnTo>
                    <a:pt x="37357" y="8450"/>
                  </a:lnTo>
                  <a:cubicBezTo>
                    <a:pt x="37326" y="8420"/>
                    <a:pt x="37296" y="8420"/>
                    <a:pt x="37265" y="8390"/>
                  </a:cubicBezTo>
                  <a:lnTo>
                    <a:pt x="30943" y="8390"/>
                  </a:lnTo>
                  <a:cubicBezTo>
                    <a:pt x="28268" y="8390"/>
                    <a:pt x="24932" y="8417"/>
                    <a:pt x="21203" y="8417"/>
                  </a:cubicBezTo>
                  <a:cubicBezTo>
                    <a:pt x="19339" y="8417"/>
                    <a:pt x="17377" y="8410"/>
                    <a:pt x="15350" y="8390"/>
                  </a:cubicBezTo>
                  <a:cubicBezTo>
                    <a:pt x="12311" y="8390"/>
                    <a:pt x="9423" y="8359"/>
                    <a:pt x="6779" y="8329"/>
                  </a:cubicBezTo>
                  <a:cubicBezTo>
                    <a:pt x="6623" y="8333"/>
                    <a:pt x="6467" y="8334"/>
                    <a:pt x="6311" y="8334"/>
                  </a:cubicBezTo>
                  <a:cubicBezTo>
                    <a:pt x="5221" y="8334"/>
                    <a:pt x="4134" y="8241"/>
                    <a:pt x="3070" y="8055"/>
                  </a:cubicBezTo>
                  <a:cubicBezTo>
                    <a:pt x="2523" y="7934"/>
                    <a:pt x="2006" y="7721"/>
                    <a:pt x="1551" y="7417"/>
                  </a:cubicBezTo>
                  <a:cubicBezTo>
                    <a:pt x="1155" y="7083"/>
                    <a:pt x="791" y="6687"/>
                    <a:pt x="517" y="6262"/>
                  </a:cubicBezTo>
                  <a:cubicBezTo>
                    <a:pt x="304" y="5867"/>
                    <a:pt x="183" y="5411"/>
                    <a:pt x="183" y="4924"/>
                  </a:cubicBezTo>
                  <a:cubicBezTo>
                    <a:pt x="152" y="4499"/>
                    <a:pt x="152" y="4104"/>
                    <a:pt x="152" y="3678"/>
                  </a:cubicBezTo>
                  <a:cubicBezTo>
                    <a:pt x="213" y="3010"/>
                    <a:pt x="335" y="2341"/>
                    <a:pt x="487" y="1672"/>
                  </a:cubicBezTo>
                  <a:cubicBezTo>
                    <a:pt x="639" y="1155"/>
                    <a:pt x="760" y="730"/>
                    <a:pt x="821" y="456"/>
                  </a:cubicBezTo>
                  <a:lnTo>
                    <a:pt x="912" y="122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3"/>
            <p:cNvSpPr/>
            <p:nvPr/>
          </p:nvSpPr>
          <p:spPr>
            <a:xfrm>
              <a:off x="4919050" y="3755675"/>
              <a:ext cx="543350" cy="448100"/>
            </a:xfrm>
            <a:custGeom>
              <a:avLst/>
              <a:gdLst/>
              <a:ahLst/>
              <a:cxnLst/>
              <a:rect l="l" t="t" r="r" b="b"/>
              <a:pathLst>
                <a:path w="21734" h="17924" extrusionOk="0">
                  <a:moveTo>
                    <a:pt x="639" y="0"/>
                  </a:moveTo>
                  <a:cubicBezTo>
                    <a:pt x="639" y="0"/>
                    <a:pt x="1" y="1216"/>
                    <a:pt x="1216" y="10639"/>
                  </a:cubicBezTo>
                  <a:cubicBezTo>
                    <a:pt x="2044" y="17019"/>
                    <a:pt x="12215" y="17923"/>
                    <a:pt x="17918" y="17923"/>
                  </a:cubicBezTo>
                  <a:cubicBezTo>
                    <a:pt x="20176" y="17923"/>
                    <a:pt x="21733" y="17781"/>
                    <a:pt x="21733" y="17781"/>
                  </a:cubicBezTo>
                  <a:lnTo>
                    <a:pt x="21338" y="12462"/>
                  </a:lnTo>
                  <a:cubicBezTo>
                    <a:pt x="19241" y="12462"/>
                    <a:pt x="12949" y="11794"/>
                    <a:pt x="9302" y="9635"/>
                  </a:cubicBezTo>
                  <a:cubicBezTo>
                    <a:pt x="8451" y="9119"/>
                    <a:pt x="8086" y="91"/>
                    <a:pt x="8086" y="91"/>
                  </a:cubicBezTo>
                  <a:lnTo>
                    <a:pt x="63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/>
            <p:cNvSpPr/>
            <p:nvPr/>
          </p:nvSpPr>
          <p:spPr>
            <a:xfrm>
              <a:off x="5118150" y="3739700"/>
              <a:ext cx="344250" cy="460525"/>
            </a:xfrm>
            <a:custGeom>
              <a:avLst/>
              <a:gdLst/>
              <a:ahLst/>
              <a:cxnLst/>
              <a:rect l="l" t="t" r="r" b="b"/>
              <a:pathLst>
                <a:path w="13770" h="18421" extrusionOk="0">
                  <a:moveTo>
                    <a:pt x="31" y="1"/>
                  </a:moveTo>
                  <a:cubicBezTo>
                    <a:pt x="0" y="92"/>
                    <a:pt x="0" y="183"/>
                    <a:pt x="0" y="274"/>
                  </a:cubicBezTo>
                  <a:lnTo>
                    <a:pt x="0" y="1095"/>
                  </a:lnTo>
                  <a:cubicBezTo>
                    <a:pt x="0" y="1825"/>
                    <a:pt x="61" y="2858"/>
                    <a:pt x="152" y="4104"/>
                  </a:cubicBezTo>
                  <a:cubicBezTo>
                    <a:pt x="183" y="4742"/>
                    <a:pt x="243" y="5442"/>
                    <a:pt x="304" y="6201"/>
                  </a:cubicBezTo>
                  <a:cubicBezTo>
                    <a:pt x="335" y="6992"/>
                    <a:pt x="456" y="7782"/>
                    <a:pt x="669" y="8572"/>
                  </a:cubicBezTo>
                  <a:cubicBezTo>
                    <a:pt x="882" y="9454"/>
                    <a:pt x="1368" y="10214"/>
                    <a:pt x="2067" y="10791"/>
                  </a:cubicBezTo>
                  <a:cubicBezTo>
                    <a:pt x="2827" y="11399"/>
                    <a:pt x="3800" y="11642"/>
                    <a:pt x="4742" y="11855"/>
                  </a:cubicBezTo>
                  <a:cubicBezTo>
                    <a:pt x="7551" y="12489"/>
                    <a:pt x="10419" y="12943"/>
                    <a:pt x="13289" y="13188"/>
                  </a:cubicBezTo>
                  <a:lnTo>
                    <a:pt x="13289" y="13188"/>
                  </a:lnTo>
                  <a:cubicBezTo>
                    <a:pt x="13437" y="14744"/>
                    <a:pt x="13527" y="16061"/>
                    <a:pt x="13617" y="16992"/>
                  </a:cubicBezTo>
                  <a:cubicBezTo>
                    <a:pt x="13648" y="17448"/>
                    <a:pt x="13678" y="17782"/>
                    <a:pt x="13709" y="18056"/>
                  </a:cubicBezTo>
                  <a:cubicBezTo>
                    <a:pt x="13709" y="18177"/>
                    <a:pt x="13739" y="18299"/>
                    <a:pt x="13769" y="18420"/>
                  </a:cubicBezTo>
                  <a:cubicBezTo>
                    <a:pt x="13769" y="18299"/>
                    <a:pt x="13739" y="18177"/>
                    <a:pt x="13739" y="18056"/>
                  </a:cubicBezTo>
                  <a:cubicBezTo>
                    <a:pt x="13709" y="17782"/>
                    <a:pt x="13709" y="17417"/>
                    <a:pt x="13678" y="16992"/>
                  </a:cubicBezTo>
                  <a:cubicBezTo>
                    <a:pt x="13587" y="16050"/>
                    <a:pt x="13526" y="14712"/>
                    <a:pt x="13405" y="13101"/>
                  </a:cubicBezTo>
                  <a:lnTo>
                    <a:pt x="13405" y="13040"/>
                  </a:lnTo>
                  <a:lnTo>
                    <a:pt x="13344" y="13040"/>
                  </a:lnTo>
                  <a:cubicBezTo>
                    <a:pt x="10456" y="12767"/>
                    <a:pt x="7569" y="12311"/>
                    <a:pt x="4742" y="11673"/>
                  </a:cubicBezTo>
                  <a:cubicBezTo>
                    <a:pt x="3830" y="11521"/>
                    <a:pt x="2949" y="11156"/>
                    <a:pt x="2189" y="10639"/>
                  </a:cubicBezTo>
                  <a:cubicBezTo>
                    <a:pt x="1520" y="10092"/>
                    <a:pt x="1034" y="9332"/>
                    <a:pt x="821" y="8512"/>
                  </a:cubicBezTo>
                  <a:cubicBezTo>
                    <a:pt x="608" y="7752"/>
                    <a:pt x="487" y="6961"/>
                    <a:pt x="426" y="6171"/>
                  </a:cubicBezTo>
                  <a:cubicBezTo>
                    <a:pt x="365" y="5442"/>
                    <a:pt x="304" y="4742"/>
                    <a:pt x="243" y="4104"/>
                  </a:cubicBezTo>
                  <a:cubicBezTo>
                    <a:pt x="152" y="2828"/>
                    <a:pt x="91" y="1825"/>
                    <a:pt x="61" y="1095"/>
                  </a:cubicBezTo>
                  <a:cubicBezTo>
                    <a:pt x="31" y="761"/>
                    <a:pt x="31" y="487"/>
                    <a:pt x="31" y="305"/>
                  </a:cubicBezTo>
                  <a:cubicBezTo>
                    <a:pt x="31" y="183"/>
                    <a:pt x="31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>
              <a:off x="4941850" y="3978300"/>
              <a:ext cx="527400" cy="229725"/>
            </a:xfrm>
            <a:custGeom>
              <a:avLst/>
              <a:gdLst/>
              <a:ahLst/>
              <a:cxnLst/>
              <a:rect l="l" t="t" r="r" b="b"/>
              <a:pathLst>
                <a:path w="21096" h="9189" extrusionOk="0">
                  <a:moveTo>
                    <a:pt x="152" y="1"/>
                  </a:moveTo>
                  <a:cubicBezTo>
                    <a:pt x="61" y="335"/>
                    <a:pt x="0" y="670"/>
                    <a:pt x="0" y="1004"/>
                  </a:cubicBezTo>
                  <a:cubicBezTo>
                    <a:pt x="31" y="1946"/>
                    <a:pt x="274" y="2858"/>
                    <a:pt x="730" y="3648"/>
                  </a:cubicBezTo>
                  <a:cubicBezTo>
                    <a:pt x="1034" y="4196"/>
                    <a:pt x="1429" y="4712"/>
                    <a:pt x="1885" y="5168"/>
                  </a:cubicBezTo>
                  <a:cubicBezTo>
                    <a:pt x="2402" y="5685"/>
                    <a:pt x="3010" y="6110"/>
                    <a:pt x="3648" y="6475"/>
                  </a:cubicBezTo>
                  <a:cubicBezTo>
                    <a:pt x="5137" y="7235"/>
                    <a:pt x="6718" y="7782"/>
                    <a:pt x="8359" y="8086"/>
                  </a:cubicBezTo>
                  <a:cubicBezTo>
                    <a:pt x="11308" y="8755"/>
                    <a:pt x="14317" y="9120"/>
                    <a:pt x="17356" y="9180"/>
                  </a:cubicBezTo>
                  <a:cubicBezTo>
                    <a:pt x="17513" y="9186"/>
                    <a:pt x="17669" y="9188"/>
                    <a:pt x="17826" y="9188"/>
                  </a:cubicBezTo>
                  <a:cubicBezTo>
                    <a:pt x="18581" y="9188"/>
                    <a:pt x="19337" y="9129"/>
                    <a:pt x="20092" y="9028"/>
                  </a:cubicBezTo>
                  <a:cubicBezTo>
                    <a:pt x="20426" y="8998"/>
                    <a:pt x="20669" y="8937"/>
                    <a:pt x="20852" y="8907"/>
                  </a:cubicBezTo>
                  <a:cubicBezTo>
                    <a:pt x="20943" y="8907"/>
                    <a:pt x="21034" y="8876"/>
                    <a:pt x="21095" y="8876"/>
                  </a:cubicBezTo>
                  <a:cubicBezTo>
                    <a:pt x="21065" y="8861"/>
                    <a:pt x="21027" y="8854"/>
                    <a:pt x="20985" y="8854"/>
                  </a:cubicBezTo>
                  <a:cubicBezTo>
                    <a:pt x="20943" y="8854"/>
                    <a:pt x="20897" y="8861"/>
                    <a:pt x="20852" y="8876"/>
                  </a:cubicBezTo>
                  <a:cubicBezTo>
                    <a:pt x="20669" y="8876"/>
                    <a:pt x="20426" y="8937"/>
                    <a:pt x="20092" y="8937"/>
                  </a:cubicBezTo>
                  <a:cubicBezTo>
                    <a:pt x="19408" y="9006"/>
                    <a:pt x="18724" y="9040"/>
                    <a:pt x="18040" y="9040"/>
                  </a:cubicBezTo>
                  <a:cubicBezTo>
                    <a:pt x="17812" y="9040"/>
                    <a:pt x="17584" y="9036"/>
                    <a:pt x="17356" y="9028"/>
                  </a:cubicBezTo>
                  <a:cubicBezTo>
                    <a:pt x="14347" y="8937"/>
                    <a:pt x="11368" y="8542"/>
                    <a:pt x="8420" y="7873"/>
                  </a:cubicBezTo>
                  <a:cubicBezTo>
                    <a:pt x="6779" y="7600"/>
                    <a:pt x="5198" y="7053"/>
                    <a:pt x="3709" y="6323"/>
                  </a:cubicBezTo>
                  <a:cubicBezTo>
                    <a:pt x="3070" y="5989"/>
                    <a:pt x="2493" y="5563"/>
                    <a:pt x="1976" y="5047"/>
                  </a:cubicBezTo>
                  <a:cubicBezTo>
                    <a:pt x="1551" y="4621"/>
                    <a:pt x="1155" y="4135"/>
                    <a:pt x="851" y="3588"/>
                  </a:cubicBezTo>
                  <a:cubicBezTo>
                    <a:pt x="396" y="2797"/>
                    <a:pt x="122" y="1916"/>
                    <a:pt x="92" y="1004"/>
                  </a:cubicBezTo>
                  <a:cubicBezTo>
                    <a:pt x="61" y="366"/>
                    <a:pt x="183" y="1"/>
                    <a:pt x="1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5049000" y="3765550"/>
              <a:ext cx="34200" cy="31175"/>
            </a:xfrm>
            <a:custGeom>
              <a:avLst/>
              <a:gdLst/>
              <a:ahLst/>
              <a:cxnLst/>
              <a:rect l="l" t="t" r="r" b="b"/>
              <a:pathLst>
                <a:path w="1368" h="1247" extrusionOk="0">
                  <a:moveTo>
                    <a:pt x="31" y="0"/>
                  </a:moveTo>
                  <a:cubicBezTo>
                    <a:pt x="0" y="31"/>
                    <a:pt x="365" y="213"/>
                    <a:pt x="760" y="578"/>
                  </a:cubicBezTo>
                  <a:cubicBezTo>
                    <a:pt x="973" y="791"/>
                    <a:pt x="1155" y="1003"/>
                    <a:pt x="1368" y="1246"/>
                  </a:cubicBezTo>
                  <a:cubicBezTo>
                    <a:pt x="1216" y="973"/>
                    <a:pt x="1034" y="699"/>
                    <a:pt x="790" y="517"/>
                  </a:cubicBezTo>
                  <a:cubicBezTo>
                    <a:pt x="578" y="274"/>
                    <a:pt x="304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/>
            <p:cNvSpPr/>
            <p:nvPr/>
          </p:nvSpPr>
          <p:spPr>
            <a:xfrm>
              <a:off x="5068750" y="3755675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0"/>
                  </a:moveTo>
                  <a:cubicBezTo>
                    <a:pt x="0" y="182"/>
                    <a:pt x="0" y="365"/>
                    <a:pt x="31" y="547"/>
                  </a:cubicBezTo>
                  <a:cubicBezTo>
                    <a:pt x="31" y="730"/>
                    <a:pt x="61" y="912"/>
                    <a:pt x="152" y="1094"/>
                  </a:cubicBezTo>
                  <a:cubicBezTo>
                    <a:pt x="183" y="1094"/>
                    <a:pt x="122" y="851"/>
                    <a:pt x="92" y="547"/>
                  </a:cubicBezTo>
                  <a:cubicBezTo>
                    <a:pt x="122" y="365"/>
                    <a:pt x="92" y="182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3"/>
            <p:cNvSpPr/>
            <p:nvPr/>
          </p:nvSpPr>
          <p:spPr>
            <a:xfrm>
              <a:off x="5056600" y="3786825"/>
              <a:ext cx="19025" cy="3825"/>
            </a:xfrm>
            <a:custGeom>
              <a:avLst/>
              <a:gdLst/>
              <a:ahLst/>
              <a:cxnLst/>
              <a:rect l="l" t="t" r="r" b="b"/>
              <a:pathLst>
                <a:path w="761" h="153" extrusionOk="0">
                  <a:moveTo>
                    <a:pt x="760" y="0"/>
                  </a:moveTo>
                  <a:cubicBezTo>
                    <a:pt x="638" y="0"/>
                    <a:pt x="517" y="0"/>
                    <a:pt x="395" y="31"/>
                  </a:cubicBezTo>
                  <a:cubicBezTo>
                    <a:pt x="243" y="31"/>
                    <a:pt x="122" y="91"/>
                    <a:pt x="0" y="152"/>
                  </a:cubicBezTo>
                  <a:cubicBezTo>
                    <a:pt x="122" y="152"/>
                    <a:pt x="274" y="152"/>
                    <a:pt x="395" y="122"/>
                  </a:cubicBezTo>
                  <a:cubicBezTo>
                    <a:pt x="517" y="91"/>
                    <a:pt x="638" y="61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3"/>
            <p:cNvSpPr/>
            <p:nvPr/>
          </p:nvSpPr>
          <p:spPr>
            <a:xfrm>
              <a:off x="5457050" y="4099125"/>
              <a:ext cx="117050" cy="98050"/>
            </a:xfrm>
            <a:custGeom>
              <a:avLst/>
              <a:gdLst/>
              <a:ahLst/>
              <a:cxnLst/>
              <a:rect l="l" t="t" r="r" b="b"/>
              <a:pathLst>
                <a:path w="4682" h="3922" extrusionOk="0">
                  <a:moveTo>
                    <a:pt x="118" y="0"/>
                  </a:moveTo>
                  <a:cubicBezTo>
                    <a:pt x="43" y="0"/>
                    <a:pt x="1" y="1"/>
                    <a:pt x="1" y="1"/>
                  </a:cubicBezTo>
                  <a:lnTo>
                    <a:pt x="274" y="3740"/>
                  </a:lnTo>
                  <a:lnTo>
                    <a:pt x="4682" y="3922"/>
                  </a:lnTo>
                  <a:cubicBezTo>
                    <a:pt x="4682" y="3922"/>
                    <a:pt x="4226" y="1794"/>
                    <a:pt x="3739" y="882"/>
                  </a:cubicBezTo>
                  <a:cubicBezTo>
                    <a:pt x="3282" y="48"/>
                    <a:pt x="702" y="0"/>
                    <a:pt x="118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3"/>
            <p:cNvSpPr/>
            <p:nvPr/>
          </p:nvSpPr>
          <p:spPr>
            <a:xfrm>
              <a:off x="5351425" y="4111250"/>
              <a:ext cx="28900" cy="36550"/>
            </a:xfrm>
            <a:custGeom>
              <a:avLst/>
              <a:gdLst/>
              <a:ahLst/>
              <a:cxnLst/>
              <a:rect l="l" t="t" r="r" b="b"/>
              <a:pathLst>
                <a:path w="1156" h="1462" extrusionOk="0">
                  <a:moveTo>
                    <a:pt x="1152" y="1"/>
                  </a:moveTo>
                  <a:cubicBezTo>
                    <a:pt x="1114" y="1"/>
                    <a:pt x="961" y="381"/>
                    <a:pt x="639" y="762"/>
                  </a:cubicBezTo>
                  <a:cubicBezTo>
                    <a:pt x="419" y="1070"/>
                    <a:pt x="198" y="1299"/>
                    <a:pt x="94" y="1402"/>
                  </a:cubicBezTo>
                  <a:lnTo>
                    <a:pt x="94" y="1402"/>
                  </a:lnTo>
                  <a:cubicBezTo>
                    <a:pt x="593" y="1067"/>
                    <a:pt x="955" y="575"/>
                    <a:pt x="1156" y="2"/>
                  </a:cubicBezTo>
                  <a:cubicBezTo>
                    <a:pt x="1155" y="1"/>
                    <a:pt x="1153" y="1"/>
                    <a:pt x="1152" y="1"/>
                  </a:cubicBezTo>
                  <a:close/>
                  <a:moveTo>
                    <a:pt x="94" y="1402"/>
                  </a:moveTo>
                  <a:cubicBezTo>
                    <a:pt x="63" y="1422"/>
                    <a:pt x="32" y="1442"/>
                    <a:pt x="1" y="1461"/>
                  </a:cubicBezTo>
                  <a:lnTo>
                    <a:pt x="31" y="1461"/>
                  </a:lnTo>
                  <a:cubicBezTo>
                    <a:pt x="31" y="1461"/>
                    <a:pt x="54" y="1440"/>
                    <a:pt x="94" y="14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3"/>
            <p:cNvSpPr/>
            <p:nvPr/>
          </p:nvSpPr>
          <p:spPr>
            <a:xfrm>
              <a:off x="5365100" y="4130300"/>
              <a:ext cx="26625" cy="5475"/>
            </a:xfrm>
            <a:custGeom>
              <a:avLst/>
              <a:gdLst/>
              <a:ahLst/>
              <a:cxnLst/>
              <a:rect l="l" t="t" r="r" b="b"/>
              <a:pathLst>
                <a:path w="1065" h="219" extrusionOk="0">
                  <a:moveTo>
                    <a:pt x="1065" y="0"/>
                  </a:moveTo>
                  <a:cubicBezTo>
                    <a:pt x="882" y="0"/>
                    <a:pt x="700" y="0"/>
                    <a:pt x="518" y="30"/>
                  </a:cubicBezTo>
                  <a:cubicBezTo>
                    <a:pt x="335" y="61"/>
                    <a:pt x="153" y="122"/>
                    <a:pt x="1" y="213"/>
                  </a:cubicBezTo>
                  <a:cubicBezTo>
                    <a:pt x="1" y="217"/>
                    <a:pt x="6" y="219"/>
                    <a:pt x="14" y="219"/>
                  </a:cubicBezTo>
                  <a:cubicBezTo>
                    <a:pt x="69" y="219"/>
                    <a:pt x="282" y="148"/>
                    <a:pt x="518" y="122"/>
                  </a:cubicBezTo>
                  <a:cubicBezTo>
                    <a:pt x="700" y="122"/>
                    <a:pt x="882" y="61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356000" y="4120400"/>
              <a:ext cx="5325" cy="19025"/>
            </a:xfrm>
            <a:custGeom>
              <a:avLst/>
              <a:gdLst/>
              <a:ahLst/>
              <a:cxnLst/>
              <a:rect l="l" t="t" r="r" b="b"/>
              <a:pathLst>
                <a:path w="213" h="761" extrusionOk="0">
                  <a:moveTo>
                    <a:pt x="0" y="1"/>
                  </a:moveTo>
                  <a:cubicBezTo>
                    <a:pt x="0" y="275"/>
                    <a:pt x="91" y="518"/>
                    <a:pt x="213" y="761"/>
                  </a:cubicBezTo>
                  <a:cubicBezTo>
                    <a:pt x="213" y="609"/>
                    <a:pt x="182" y="487"/>
                    <a:pt x="152" y="366"/>
                  </a:cubicBezTo>
                  <a:cubicBezTo>
                    <a:pt x="122" y="214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5028475" y="4050450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4" y="1"/>
                  </a:moveTo>
                  <a:cubicBezTo>
                    <a:pt x="1112" y="1"/>
                    <a:pt x="932" y="382"/>
                    <a:pt x="639" y="762"/>
                  </a:cubicBezTo>
                  <a:cubicBezTo>
                    <a:pt x="335" y="1158"/>
                    <a:pt x="1" y="1431"/>
                    <a:pt x="1" y="1431"/>
                  </a:cubicBezTo>
                  <a:cubicBezTo>
                    <a:pt x="274" y="1279"/>
                    <a:pt x="517" y="1066"/>
                    <a:pt x="700" y="823"/>
                  </a:cubicBezTo>
                  <a:cubicBezTo>
                    <a:pt x="912" y="580"/>
                    <a:pt x="1034" y="307"/>
                    <a:pt x="1125" y="3"/>
                  </a:cubicBezTo>
                  <a:cubicBezTo>
                    <a:pt x="1125" y="1"/>
                    <a:pt x="1125" y="1"/>
                    <a:pt x="1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3"/>
            <p:cNvSpPr/>
            <p:nvPr/>
          </p:nvSpPr>
          <p:spPr>
            <a:xfrm>
              <a:off x="5041400" y="4069175"/>
              <a:ext cx="27375" cy="5675"/>
            </a:xfrm>
            <a:custGeom>
              <a:avLst/>
              <a:gdLst/>
              <a:ahLst/>
              <a:cxnLst/>
              <a:rect l="l" t="t" r="r" b="b"/>
              <a:pathLst>
                <a:path w="1095" h="227" extrusionOk="0">
                  <a:moveTo>
                    <a:pt x="929" y="1"/>
                  </a:moveTo>
                  <a:cubicBezTo>
                    <a:pt x="793" y="1"/>
                    <a:pt x="655" y="22"/>
                    <a:pt x="547" y="44"/>
                  </a:cubicBezTo>
                  <a:cubicBezTo>
                    <a:pt x="335" y="44"/>
                    <a:pt x="152" y="105"/>
                    <a:pt x="0" y="226"/>
                  </a:cubicBezTo>
                  <a:cubicBezTo>
                    <a:pt x="0" y="226"/>
                    <a:pt x="243" y="165"/>
                    <a:pt x="547" y="135"/>
                  </a:cubicBezTo>
                  <a:cubicBezTo>
                    <a:pt x="730" y="105"/>
                    <a:pt x="912" y="74"/>
                    <a:pt x="1094" y="13"/>
                  </a:cubicBezTo>
                  <a:cubicBezTo>
                    <a:pt x="1041" y="5"/>
                    <a:pt x="985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3"/>
            <p:cNvSpPr/>
            <p:nvPr/>
          </p:nvSpPr>
          <p:spPr>
            <a:xfrm>
              <a:off x="5032275" y="4059625"/>
              <a:ext cx="6100" cy="18250"/>
            </a:xfrm>
            <a:custGeom>
              <a:avLst/>
              <a:gdLst/>
              <a:ahLst/>
              <a:cxnLst/>
              <a:rect l="l" t="t" r="r" b="b"/>
              <a:pathLst>
                <a:path w="244" h="730" extrusionOk="0">
                  <a:moveTo>
                    <a:pt x="0" y="0"/>
                  </a:moveTo>
                  <a:cubicBezTo>
                    <a:pt x="0" y="122"/>
                    <a:pt x="31" y="274"/>
                    <a:pt x="92" y="395"/>
                  </a:cubicBezTo>
                  <a:cubicBezTo>
                    <a:pt x="92" y="517"/>
                    <a:pt x="152" y="639"/>
                    <a:pt x="244" y="730"/>
                  </a:cubicBezTo>
                  <a:cubicBezTo>
                    <a:pt x="213" y="608"/>
                    <a:pt x="213" y="487"/>
                    <a:pt x="152" y="395"/>
                  </a:cubicBezTo>
                  <a:cubicBezTo>
                    <a:pt x="122" y="243"/>
                    <a:pt x="9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205525" y="4065700"/>
              <a:ext cx="31950" cy="33450"/>
            </a:xfrm>
            <a:custGeom>
              <a:avLst/>
              <a:gdLst/>
              <a:ahLst/>
              <a:cxnLst/>
              <a:rect l="l" t="t" r="r" b="b"/>
              <a:pathLst>
                <a:path w="1278" h="1338" extrusionOk="0">
                  <a:moveTo>
                    <a:pt x="31" y="0"/>
                  </a:moveTo>
                  <a:lnTo>
                    <a:pt x="31" y="0"/>
                  </a:lnTo>
                  <a:cubicBezTo>
                    <a:pt x="1" y="0"/>
                    <a:pt x="365" y="244"/>
                    <a:pt x="700" y="608"/>
                  </a:cubicBezTo>
                  <a:cubicBezTo>
                    <a:pt x="1065" y="973"/>
                    <a:pt x="1247" y="1338"/>
                    <a:pt x="1277" y="1338"/>
                  </a:cubicBezTo>
                  <a:cubicBezTo>
                    <a:pt x="1156" y="1034"/>
                    <a:pt x="1004" y="791"/>
                    <a:pt x="791" y="548"/>
                  </a:cubicBezTo>
                  <a:cubicBezTo>
                    <a:pt x="578" y="304"/>
                    <a:pt x="305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5225300" y="4056575"/>
              <a:ext cx="3050" cy="27375"/>
            </a:xfrm>
            <a:custGeom>
              <a:avLst/>
              <a:gdLst/>
              <a:ahLst/>
              <a:cxnLst/>
              <a:rect l="l" t="t" r="r" b="b"/>
              <a:pathLst>
                <a:path w="122" h="1095" extrusionOk="0">
                  <a:moveTo>
                    <a:pt x="91" y="1"/>
                  </a:moveTo>
                  <a:cubicBezTo>
                    <a:pt x="30" y="183"/>
                    <a:pt x="0" y="365"/>
                    <a:pt x="30" y="548"/>
                  </a:cubicBezTo>
                  <a:cubicBezTo>
                    <a:pt x="0" y="730"/>
                    <a:pt x="30" y="943"/>
                    <a:pt x="91" y="1095"/>
                  </a:cubicBezTo>
                  <a:cubicBezTo>
                    <a:pt x="91" y="913"/>
                    <a:pt x="91" y="730"/>
                    <a:pt x="91" y="548"/>
                  </a:cubicBezTo>
                  <a:cubicBezTo>
                    <a:pt x="122" y="365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5211600" y="4087925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578" y="1"/>
                  </a:moveTo>
                  <a:cubicBezTo>
                    <a:pt x="518" y="1"/>
                    <a:pt x="457" y="8"/>
                    <a:pt x="396" y="23"/>
                  </a:cubicBezTo>
                  <a:cubicBezTo>
                    <a:pt x="274" y="23"/>
                    <a:pt x="122" y="54"/>
                    <a:pt x="1" y="115"/>
                  </a:cubicBezTo>
                  <a:lnTo>
                    <a:pt x="396" y="115"/>
                  </a:lnTo>
                  <a:cubicBezTo>
                    <a:pt x="518" y="115"/>
                    <a:pt x="639" y="84"/>
                    <a:pt x="761" y="23"/>
                  </a:cubicBezTo>
                  <a:cubicBezTo>
                    <a:pt x="700" y="8"/>
                    <a:pt x="63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3"/>
            <p:cNvSpPr/>
            <p:nvPr/>
          </p:nvSpPr>
          <p:spPr>
            <a:xfrm>
              <a:off x="4983650" y="3892450"/>
              <a:ext cx="31175" cy="34225"/>
            </a:xfrm>
            <a:custGeom>
              <a:avLst/>
              <a:gdLst/>
              <a:ahLst/>
              <a:cxnLst/>
              <a:rect l="l" t="t" r="r" b="b"/>
              <a:pathLst>
                <a:path w="1247" h="1369" extrusionOk="0">
                  <a:moveTo>
                    <a:pt x="0" y="0"/>
                  </a:moveTo>
                  <a:cubicBezTo>
                    <a:pt x="0" y="31"/>
                    <a:pt x="335" y="243"/>
                    <a:pt x="699" y="608"/>
                  </a:cubicBezTo>
                  <a:cubicBezTo>
                    <a:pt x="1034" y="1003"/>
                    <a:pt x="1246" y="1368"/>
                    <a:pt x="1246" y="1368"/>
                  </a:cubicBezTo>
                  <a:cubicBezTo>
                    <a:pt x="1003" y="760"/>
                    <a:pt x="578" y="30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3"/>
            <p:cNvSpPr/>
            <p:nvPr/>
          </p:nvSpPr>
          <p:spPr>
            <a:xfrm>
              <a:off x="5002650" y="3884075"/>
              <a:ext cx="3050" cy="27400"/>
            </a:xfrm>
            <a:custGeom>
              <a:avLst/>
              <a:gdLst/>
              <a:ahLst/>
              <a:cxnLst/>
              <a:rect l="l" t="t" r="r" b="b"/>
              <a:pathLst>
                <a:path w="122" h="1096" extrusionOk="0">
                  <a:moveTo>
                    <a:pt x="91" y="1"/>
                  </a:moveTo>
                  <a:cubicBezTo>
                    <a:pt x="30" y="183"/>
                    <a:pt x="30" y="366"/>
                    <a:pt x="30" y="548"/>
                  </a:cubicBezTo>
                  <a:cubicBezTo>
                    <a:pt x="0" y="730"/>
                    <a:pt x="30" y="943"/>
                    <a:pt x="122" y="1095"/>
                  </a:cubicBezTo>
                  <a:cubicBezTo>
                    <a:pt x="122" y="1095"/>
                    <a:pt x="91" y="852"/>
                    <a:pt x="122" y="548"/>
                  </a:cubicBezTo>
                  <a:cubicBezTo>
                    <a:pt x="122" y="366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/>
            <p:cNvSpPr/>
            <p:nvPr/>
          </p:nvSpPr>
          <p:spPr>
            <a:xfrm>
              <a:off x="4989725" y="3915250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760" y="0"/>
                  </a:moveTo>
                  <a:cubicBezTo>
                    <a:pt x="487" y="0"/>
                    <a:pt x="244" y="31"/>
                    <a:pt x="0" y="91"/>
                  </a:cubicBezTo>
                  <a:cubicBezTo>
                    <a:pt x="61" y="107"/>
                    <a:pt x="122" y="114"/>
                    <a:pt x="183" y="114"/>
                  </a:cubicBezTo>
                  <a:cubicBezTo>
                    <a:pt x="244" y="114"/>
                    <a:pt x="304" y="107"/>
                    <a:pt x="365" y="91"/>
                  </a:cubicBezTo>
                  <a:cubicBezTo>
                    <a:pt x="487" y="91"/>
                    <a:pt x="639" y="61"/>
                    <a:pt x="760" y="31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3"/>
            <p:cNvSpPr/>
            <p:nvPr/>
          </p:nvSpPr>
          <p:spPr>
            <a:xfrm>
              <a:off x="4987450" y="3711600"/>
              <a:ext cx="15975" cy="23575"/>
            </a:xfrm>
            <a:custGeom>
              <a:avLst/>
              <a:gdLst/>
              <a:ahLst/>
              <a:cxnLst/>
              <a:rect l="l" t="t" r="r" b="b"/>
              <a:pathLst>
                <a:path w="639" h="943" extrusionOk="0">
                  <a:moveTo>
                    <a:pt x="638" y="0"/>
                  </a:moveTo>
                  <a:cubicBezTo>
                    <a:pt x="517" y="152"/>
                    <a:pt x="426" y="304"/>
                    <a:pt x="335" y="486"/>
                  </a:cubicBezTo>
                  <a:cubicBezTo>
                    <a:pt x="213" y="638"/>
                    <a:pt x="91" y="790"/>
                    <a:pt x="0" y="942"/>
                  </a:cubicBezTo>
                  <a:cubicBezTo>
                    <a:pt x="152" y="821"/>
                    <a:pt x="304" y="699"/>
                    <a:pt x="395" y="517"/>
                  </a:cubicBezTo>
                  <a:cubicBezTo>
                    <a:pt x="517" y="365"/>
                    <a:pt x="578" y="213"/>
                    <a:pt x="6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3"/>
            <p:cNvSpPr/>
            <p:nvPr/>
          </p:nvSpPr>
          <p:spPr>
            <a:xfrm>
              <a:off x="5078625" y="3640150"/>
              <a:ext cx="14475" cy="27400"/>
            </a:xfrm>
            <a:custGeom>
              <a:avLst/>
              <a:gdLst/>
              <a:ahLst/>
              <a:cxnLst/>
              <a:rect l="l" t="t" r="r" b="b"/>
              <a:pathLst>
                <a:path w="579" h="1096" extrusionOk="0">
                  <a:moveTo>
                    <a:pt x="1" y="1"/>
                  </a:moveTo>
                  <a:lnTo>
                    <a:pt x="1" y="1"/>
                  </a:lnTo>
                  <a:cubicBezTo>
                    <a:pt x="61" y="183"/>
                    <a:pt x="153" y="366"/>
                    <a:pt x="244" y="548"/>
                  </a:cubicBezTo>
                  <a:cubicBezTo>
                    <a:pt x="335" y="730"/>
                    <a:pt x="426" y="913"/>
                    <a:pt x="578" y="1095"/>
                  </a:cubicBezTo>
                  <a:cubicBezTo>
                    <a:pt x="517" y="882"/>
                    <a:pt x="426" y="700"/>
                    <a:pt x="335" y="518"/>
                  </a:cubicBezTo>
                  <a:cubicBezTo>
                    <a:pt x="244" y="335"/>
                    <a:pt x="122" y="153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/>
            <p:cNvSpPr/>
            <p:nvPr/>
          </p:nvSpPr>
          <p:spPr>
            <a:xfrm>
              <a:off x="5196400" y="3724500"/>
              <a:ext cx="27400" cy="29675"/>
            </a:xfrm>
            <a:custGeom>
              <a:avLst/>
              <a:gdLst/>
              <a:ahLst/>
              <a:cxnLst/>
              <a:rect l="l" t="t" r="r" b="b"/>
              <a:pathLst>
                <a:path w="1096" h="1187" extrusionOk="0">
                  <a:moveTo>
                    <a:pt x="1095" y="1"/>
                  </a:moveTo>
                  <a:cubicBezTo>
                    <a:pt x="882" y="153"/>
                    <a:pt x="700" y="366"/>
                    <a:pt x="518" y="578"/>
                  </a:cubicBezTo>
                  <a:cubicBezTo>
                    <a:pt x="335" y="761"/>
                    <a:pt x="153" y="974"/>
                    <a:pt x="1" y="1186"/>
                  </a:cubicBezTo>
                  <a:cubicBezTo>
                    <a:pt x="214" y="1004"/>
                    <a:pt x="396" y="822"/>
                    <a:pt x="578" y="609"/>
                  </a:cubicBezTo>
                  <a:cubicBezTo>
                    <a:pt x="761" y="426"/>
                    <a:pt x="943" y="214"/>
                    <a:pt x="10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3"/>
            <p:cNvSpPr/>
            <p:nvPr/>
          </p:nvSpPr>
          <p:spPr>
            <a:xfrm>
              <a:off x="5189575" y="3862800"/>
              <a:ext cx="21300" cy="18275"/>
            </a:xfrm>
            <a:custGeom>
              <a:avLst/>
              <a:gdLst/>
              <a:ahLst/>
              <a:cxnLst/>
              <a:rect l="l" t="t" r="r" b="b"/>
              <a:pathLst>
                <a:path w="852" h="731" extrusionOk="0">
                  <a:moveTo>
                    <a:pt x="0" y="1"/>
                  </a:moveTo>
                  <a:cubicBezTo>
                    <a:pt x="61" y="183"/>
                    <a:pt x="183" y="335"/>
                    <a:pt x="335" y="457"/>
                  </a:cubicBezTo>
                  <a:cubicBezTo>
                    <a:pt x="487" y="578"/>
                    <a:pt x="639" y="670"/>
                    <a:pt x="851" y="730"/>
                  </a:cubicBezTo>
                  <a:cubicBezTo>
                    <a:pt x="851" y="700"/>
                    <a:pt x="639" y="578"/>
                    <a:pt x="396" y="396"/>
                  </a:cubicBezTo>
                  <a:cubicBezTo>
                    <a:pt x="1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/>
            <p:cNvSpPr/>
            <p:nvPr/>
          </p:nvSpPr>
          <p:spPr>
            <a:xfrm>
              <a:off x="5264800" y="3864325"/>
              <a:ext cx="6100" cy="22825"/>
            </a:xfrm>
            <a:custGeom>
              <a:avLst/>
              <a:gdLst/>
              <a:ahLst/>
              <a:cxnLst/>
              <a:rect l="l" t="t" r="r" b="b"/>
              <a:pathLst>
                <a:path w="244" h="913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153"/>
                    <a:pt x="122" y="305"/>
                    <a:pt x="92" y="457"/>
                  </a:cubicBezTo>
                  <a:cubicBezTo>
                    <a:pt x="31" y="578"/>
                    <a:pt x="1" y="730"/>
                    <a:pt x="1" y="913"/>
                  </a:cubicBezTo>
                  <a:cubicBezTo>
                    <a:pt x="92" y="761"/>
                    <a:pt x="153" y="609"/>
                    <a:pt x="153" y="457"/>
                  </a:cubicBezTo>
                  <a:cubicBezTo>
                    <a:pt x="213" y="305"/>
                    <a:pt x="244" y="153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/>
            <p:cNvSpPr/>
            <p:nvPr/>
          </p:nvSpPr>
          <p:spPr>
            <a:xfrm>
              <a:off x="5176650" y="3978300"/>
              <a:ext cx="22075" cy="19025"/>
            </a:xfrm>
            <a:custGeom>
              <a:avLst/>
              <a:gdLst/>
              <a:ahLst/>
              <a:cxnLst/>
              <a:rect l="l" t="t" r="r" b="b"/>
              <a:pathLst>
                <a:path w="883" h="761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153"/>
                    <a:pt x="274" y="305"/>
                    <a:pt x="426" y="396"/>
                  </a:cubicBezTo>
                  <a:cubicBezTo>
                    <a:pt x="548" y="548"/>
                    <a:pt x="730" y="670"/>
                    <a:pt x="882" y="761"/>
                  </a:cubicBezTo>
                  <a:cubicBezTo>
                    <a:pt x="761" y="609"/>
                    <a:pt x="639" y="457"/>
                    <a:pt x="487" y="335"/>
                  </a:cubicBezTo>
                  <a:cubicBezTo>
                    <a:pt x="335" y="214"/>
                    <a:pt x="183" y="9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/>
            <p:cNvSpPr/>
            <p:nvPr/>
          </p:nvSpPr>
          <p:spPr>
            <a:xfrm>
              <a:off x="5271650" y="4004900"/>
              <a:ext cx="3050" cy="18275"/>
            </a:xfrm>
            <a:custGeom>
              <a:avLst/>
              <a:gdLst/>
              <a:ahLst/>
              <a:cxnLst/>
              <a:rect l="l" t="t" r="r" b="b"/>
              <a:pathLst>
                <a:path w="122" h="731" extrusionOk="0">
                  <a:moveTo>
                    <a:pt x="61" y="1"/>
                  </a:moveTo>
                  <a:cubicBezTo>
                    <a:pt x="31" y="122"/>
                    <a:pt x="0" y="244"/>
                    <a:pt x="31" y="366"/>
                  </a:cubicBezTo>
                  <a:cubicBezTo>
                    <a:pt x="0" y="487"/>
                    <a:pt x="31" y="609"/>
                    <a:pt x="61" y="730"/>
                  </a:cubicBezTo>
                  <a:cubicBezTo>
                    <a:pt x="91" y="609"/>
                    <a:pt x="122" y="487"/>
                    <a:pt x="91" y="366"/>
                  </a:cubicBezTo>
                  <a:cubicBezTo>
                    <a:pt x="122" y="244"/>
                    <a:pt x="91" y="122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3"/>
            <p:cNvSpPr/>
            <p:nvPr/>
          </p:nvSpPr>
          <p:spPr>
            <a:xfrm>
              <a:off x="5364350" y="3979825"/>
              <a:ext cx="33450" cy="13700"/>
            </a:xfrm>
            <a:custGeom>
              <a:avLst/>
              <a:gdLst/>
              <a:ahLst/>
              <a:cxnLst/>
              <a:rect l="l" t="t" r="r" b="b"/>
              <a:pathLst>
                <a:path w="1338" h="548" extrusionOk="0">
                  <a:moveTo>
                    <a:pt x="1338" y="1"/>
                  </a:moveTo>
                  <a:lnTo>
                    <a:pt x="1338" y="1"/>
                  </a:lnTo>
                  <a:cubicBezTo>
                    <a:pt x="1095" y="62"/>
                    <a:pt x="882" y="122"/>
                    <a:pt x="669" y="244"/>
                  </a:cubicBezTo>
                  <a:cubicBezTo>
                    <a:pt x="426" y="335"/>
                    <a:pt x="213" y="426"/>
                    <a:pt x="0" y="548"/>
                  </a:cubicBezTo>
                  <a:cubicBezTo>
                    <a:pt x="244" y="487"/>
                    <a:pt x="487" y="426"/>
                    <a:pt x="700" y="305"/>
                  </a:cubicBezTo>
                  <a:cubicBezTo>
                    <a:pt x="912" y="244"/>
                    <a:pt x="1125" y="122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/>
            <p:nvPr/>
          </p:nvSpPr>
          <p:spPr>
            <a:xfrm>
              <a:off x="5429700" y="3857500"/>
              <a:ext cx="3075" cy="26600"/>
            </a:xfrm>
            <a:custGeom>
              <a:avLst/>
              <a:gdLst/>
              <a:ahLst/>
              <a:cxnLst/>
              <a:rect l="l" t="t" r="r" b="b"/>
              <a:pathLst>
                <a:path w="123" h="1064" extrusionOk="0">
                  <a:moveTo>
                    <a:pt x="92" y="0"/>
                  </a:moveTo>
                  <a:cubicBezTo>
                    <a:pt x="31" y="152"/>
                    <a:pt x="31" y="334"/>
                    <a:pt x="31" y="517"/>
                  </a:cubicBezTo>
                  <a:cubicBezTo>
                    <a:pt x="0" y="699"/>
                    <a:pt x="31" y="882"/>
                    <a:pt x="61" y="1064"/>
                  </a:cubicBezTo>
                  <a:cubicBezTo>
                    <a:pt x="122" y="699"/>
                    <a:pt x="122" y="334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/>
            <p:cNvSpPr/>
            <p:nvPr/>
          </p:nvSpPr>
          <p:spPr>
            <a:xfrm>
              <a:off x="5350675" y="3793650"/>
              <a:ext cx="25850" cy="14475"/>
            </a:xfrm>
            <a:custGeom>
              <a:avLst/>
              <a:gdLst/>
              <a:ahLst/>
              <a:cxnLst/>
              <a:rect l="l" t="t" r="r" b="b"/>
              <a:pathLst>
                <a:path w="1034" h="579" extrusionOk="0">
                  <a:moveTo>
                    <a:pt x="0" y="1"/>
                  </a:moveTo>
                  <a:lnTo>
                    <a:pt x="0" y="1"/>
                  </a:lnTo>
                  <a:cubicBezTo>
                    <a:pt x="122" y="183"/>
                    <a:pt x="274" y="305"/>
                    <a:pt x="456" y="396"/>
                  </a:cubicBezTo>
                  <a:cubicBezTo>
                    <a:pt x="608" y="518"/>
                    <a:pt x="821" y="578"/>
                    <a:pt x="1003" y="578"/>
                  </a:cubicBezTo>
                  <a:cubicBezTo>
                    <a:pt x="1034" y="578"/>
                    <a:pt x="760" y="487"/>
                    <a:pt x="487" y="335"/>
                  </a:cubicBezTo>
                  <a:cubicBezTo>
                    <a:pt x="213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/>
            <p:cNvSpPr/>
            <p:nvPr/>
          </p:nvSpPr>
          <p:spPr>
            <a:xfrm>
              <a:off x="5385625" y="3680425"/>
              <a:ext cx="23575" cy="22075"/>
            </a:xfrm>
            <a:custGeom>
              <a:avLst/>
              <a:gdLst/>
              <a:ahLst/>
              <a:cxnLst/>
              <a:rect l="l" t="t" r="r" b="b"/>
              <a:pathLst>
                <a:path w="943" h="883" extrusionOk="0">
                  <a:moveTo>
                    <a:pt x="943" y="1"/>
                  </a:moveTo>
                  <a:lnTo>
                    <a:pt x="943" y="1"/>
                  </a:lnTo>
                  <a:cubicBezTo>
                    <a:pt x="760" y="92"/>
                    <a:pt x="578" y="244"/>
                    <a:pt x="426" y="396"/>
                  </a:cubicBezTo>
                  <a:cubicBezTo>
                    <a:pt x="274" y="548"/>
                    <a:pt x="122" y="700"/>
                    <a:pt x="0" y="882"/>
                  </a:cubicBezTo>
                  <a:cubicBezTo>
                    <a:pt x="183" y="761"/>
                    <a:pt x="335" y="609"/>
                    <a:pt x="487" y="457"/>
                  </a:cubicBezTo>
                  <a:cubicBezTo>
                    <a:pt x="669" y="305"/>
                    <a:pt x="821" y="153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3"/>
            <p:cNvSpPr/>
            <p:nvPr/>
          </p:nvSpPr>
          <p:spPr>
            <a:xfrm>
              <a:off x="5320275" y="3609000"/>
              <a:ext cx="22050" cy="6100"/>
            </a:xfrm>
            <a:custGeom>
              <a:avLst/>
              <a:gdLst/>
              <a:ahLst/>
              <a:cxnLst/>
              <a:rect l="l" t="t" r="r" b="b"/>
              <a:pathLst>
                <a:path w="882" h="244" extrusionOk="0">
                  <a:moveTo>
                    <a:pt x="0" y="1"/>
                  </a:moveTo>
                  <a:cubicBezTo>
                    <a:pt x="122" y="92"/>
                    <a:pt x="274" y="122"/>
                    <a:pt x="426" y="153"/>
                  </a:cubicBezTo>
                  <a:cubicBezTo>
                    <a:pt x="578" y="214"/>
                    <a:pt x="730" y="214"/>
                    <a:pt x="882" y="244"/>
                  </a:cubicBezTo>
                  <a:cubicBezTo>
                    <a:pt x="730" y="153"/>
                    <a:pt x="578" y="92"/>
                    <a:pt x="426" y="92"/>
                  </a:cubicBezTo>
                  <a:cubicBezTo>
                    <a:pt x="304" y="31"/>
                    <a:pt x="152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/>
            <p:cNvSpPr/>
            <p:nvPr/>
          </p:nvSpPr>
          <p:spPr>
            <a:xfrm>
              <a:off x="5202500" y="3561125"/>
              <a:ext cx="12925" cy="17500"/>
            </a:xfrm>
            <a:custGeom>
              <a:avLst/>
              <a:gdLst/>
              <a:ahLst/>
              <a:cxnLst/>
              <a:rect l="l" t="t" r="r" b="b"/>
              <a:pathLst>
                <a:path w="517" h="700" extrusionOk="0">
                  <a:moveTo>
                    <a:pt x="517" y="1"/>
                  </a:moveTo>
                  <a:lnTo>
                    <a:pt x="517" y="1"/>
                  </a:lnTo>
                  <a:cubicBezTo>
                    <a:pt x="395" y="92"/>
                    <a:pt x="304" y="214"/>
                    <a:pt x="213" y="335"/>
                  </a:cubicBezTo>
                  <a:cubicBezTo>
                    <a:pt x="122" y="426"/>
                    <a:pt x="31" y="548"/>
                    <a:pt x="0" y="700"/>
                  </a:cubicBezTo>
                  <a:cubicBezTo>
                    <a:pt x="91" y="609"/>
                    <a:pt x="213" y="487"/>
                    <a:pt x="274" y="366"/>
                  </a:cubicBezTo>
                  <a:cubicBezTo>
                    <a:pt x="365" y="274"/>
                    <a:pt x="456" y="153"/>
                    <a:pt x="5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3"/>
            <p:cNvSpPr/>
            <p:nvPr/>
          </p:nvSpPr>
          <p:spPr>
            <a:xfrm>
              <a:off x="5229850" y="3624975"/>
              <a:ext cx="14450" cy="23575"/>
            </a:xfrm>
            <a:custGeom>
              <a:avLst/>
              <a:gdLst/>
              <a:ahLst/>
              <a:cxnLst/>
              <a:rect l="l" t="t" r="r" b="b"/>
              <a:pathLst>
                <a:path w="578" h="943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82"/>
                    <a:pt x="152" y="334"/>
                    <a:pt x="274" y="486"/>
                  </a:cubicBezTo>
                  <a:cubicBezTo>
                    <a:pt x="335" y="638"/>
                    <a:pt x="456" y="790"/>
                    <a:pt x="578" y="942"/>
                  </a:cubicBezTo>
                  <a:cubicBezTo>
                    <a:pt x="517" y="760"/>
                    <a:pt x="426" y="578"/>
                    <a:pt x="335" y="456"/>
                  </a:cubicBezTo>
                  <a:cubicBezTo>
                    <a:pt x="244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3"/>
            <p:cNvSpPr/>
            <p:nvPr/>
          </p:nvSpPr>
          <p:spPr>
            <a:xfrm>
              <a:off x="5146250" y="3754150"/>
              <a:ext cx="3075" cy="31925"/>
            </a:xfrm>
            <a:custGeom>
              <a:avLst/>
              <a:gdLst/>
              <a:ahLst/>
              <a:cxnLst/>
              <a:rect l="l" t="t" r="r" b="b"/>
              <a:pathLst>
                <a:path w="123" h="1277" extrusionOk="0">
                  <a:moveTo>
                    <a:pt x="31" y="0"/>
                  </a:moveTo>
                  <a:cubicBezTo>
                    <a:pt x="1" y="213"/>
                    <a:pt x="1" y="426"/>
                    <a:pt x="31" y="639"/>
                  </a:cubicBezTo>
                  <a:cubicBezTo>
                    <a:pt x="31" y="851"/>
                    <a:pt x="62" y="1064"/>
                    <a:pt x="122" y="1277"/>
                  </a:cubicBezTo>
                  <a:cubicBezTo>
                    <a:pt x="122" y="1064"/>
                    <a:pt x="122" y="851"/>
                    <a:pt x="92" y="639"/>
                  </a:cubicBezTo>
                  <a:cubicBezTo>
                    <a:pt x="92" y="426"/>
                    <a:pt x="92" y="213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3"/>
            <p:cNvSpPr/>
            <p:nvPr/>
          </p:nvSpPr>
          <p:spPr>
            <a:xfrm>
              <a:off x="5495050" y="3830900"/>
              <a:ext cx="19775" cy="13700"/>
            </a:xfrm>
            <a:custGeom>
              <a:avLst/>
              <a:gdLst/>
              <a:ahLst/>
              <a:cxnLst/>
              <a:rect l="l" t="t" r="r" b="b"/>
              <a:pathLst>
                <a:path w="791" h="548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22"/>
                    <a:pt x="244" y="213"/>
                    <a:pt x="365" y="304"/>
                  </a:cubicBezTo>
                  <a:cubicBezTo>
                    <a:pt x="517" y="395"/>
                    <a:pt x="639" y="487"/>
                    <a:pt x="791" y="547"/>
                  </a:cubicBezTo>
                  <a:cubicBezTo>
                    <a:pt x="700" y="426"/>
                    <a:pt x="578" y="304"/>
                    <a:pt x="426" y="243"/>
                  </a:cubicBezTo>
                  <a:cubicBezTo>
                    <a:pt x="304" y="122"/>
                    <a:pt x="152" y="3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3"/>
            <p:cNvSpPr/>
            <p:nvPr/>
          </p:nvSpPr>
          <p:spPr>
            <a:xfrm>
              <a:off x="5467700" y="3957800"/>
              <a:ext cx="6850" cy="26625"/>
            </a:xfrm>
            <a:custGeom>
              <a:avLst/>
              <a:gdLst/>
              <a:ahLst/>
              <a:cxnLst/>
              <a:rect l="l" t="t" r="r" b="b"/>
              <a:pathLst>
                <a:path w="274" h="1065" extrusionOk="0">
                  <a:moveTo>
                    <a:pt x="274" y="0"/>
                  </a:moveTo>
                  <a:cubicBezTo>
                    <a:pt x="183" y="183"/>
                    <a:pt x="122" y="335"/>
                    <a:pt x="91" y="517"/>
                  </a:cubicBezTo>
                  <a:cubicBezTo>
                    <a:pt x="31" y="699"/>
                    <a:pt x="0" y="882"/>
                    <a:pt x="0" y="1064"/>
                  </a:cubicBezTo>
                  <a:cubicBezTo>
                    <a:pt x="61" y="912"/>
                    <a:pt x="122" y="730"/>
                    <a:pt x="183" y="547"/>
                  </a:cubicBezTo>
                  <a:cubicBezTo>
                    <a:pt x="243" y="365"/>
                    <a:pt x="274" y="183"/>
                    <a:pt x="2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/>
            <p:cNvSpPr/>
            <p:nvPr/>
          </p:nvSpPr>
          <p:spPr>
            <a:xfrm>
              <a:off x="5493525" y="4010225"/>
              <a:ext cx="26625" cy="15225"/>
            </a:xfrm>
            <a:custGeom>
              <a:avLst/>
              <a:gdLst/>
              <a:ahLst/>
              <a:cxnLst/>
              <a:rect l="l" t="t" r="r" b="b"/>
              <a:pathLst>
                <a:path w="1065" h="609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22"/>
                    <a:pt x="335" y="244"/>
                    <a:pt x="517" y="335"/>
                  </a:cubicBezTo>
                  <a:cubicBezTo>
                    <a:pt x="700" y="457"/>
                    <a:pt x="882" y="548"/>
                    <a:pt x="1065" y="609"/>
                  </a:cubicBezTo>
                  <a:cubicBezTo>
                    <a:pt x="913" y="457"/>
                    <a:pt x="730" y="365"/>
                    <a:pt x="548" y="274"/>
                  </a:cubicBezTo>
                  <a:cubicBezTo>
                    <a:pt x="396" y="153"/>
                    <a:pt x="213" y="6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/>
            <p:cNvSpPr/>
            <p:nvPr/>
          </p:nvSpPr>
          <p:spPr>
            <a:xfrm>
              <a:off x="5109775" y="4204000"/>
              <a:ext cx="25100" cy="20550"/>
            </a:xfrm>
            <a:custGeom>
              <a:avLst/>
              <a:gdLst/>
              <a:ahLst/>
              <a:cxnLst/>
              <a:rect l="l" t="t" r="r" b="b"/>
              <a:pathLst>
                <a:path w="1004" h="822" extrusionOk="0">
                  <a:moveTo>
                    <a:pt x="1004" y="0"/>
                  </a:moveTo>
                  <a:lnTo>
                    <a:pt x="1004" y="0"/>
                  </a:lnTo>
                  <a:cubicBezTo>
                    <a:pt x="822" y="92"/>
                    <a:pt x="639" y="213"/>
                    <a:pt x="487" y="365"/>
                  </a:cubicBezTo>
                  <a:cubicBezTo>
                    <a:pt x="305" y="487"/>
                    <a:pt x="153" y="639"/>
                    <a:pt x="1" y="821"/>
                  </a:cubicBezTo>
                  <a:cubicBezTo>
                    <a:pt x="183" y="700"/>
                    <a:pt x="366" y="578"/>
                    <a:pt x="548" y="426"/>
                  </a:cubicBezTo>
                  <a:cubicBezTo>
                    <a:pt x="700" y="304"/>
                    <a:pt x="882" y="152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/>
            <p:cNvSpPr/>
            <p:nvPr/>
          </p:nvSpPr>
          <p:spPr>
            <a:xfrm>
              <a:off x="5209325" y="4212350"/>
              <a:ext cx="17500" cy="18275"/>
            </a:xfrm>
            <a:custGeom>
              <a:avLst/>
              <a:gdLst/>
              <a:ahLst/>
              <a:cxnLst/>
              <a:rect l="l" t="t" r="r" b="b"/>
              <a:pathLst>
                <a:path w="700" h="731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274"/>
                    <a:pt x="305" y="396"/>
                  </a:cubicBezTo>
                  <a:cubicBezTo>
                    <a:pt x="412" y="503"/>
                    <a:pt x="519" y="610"/>
                    <a:pt x="646" y="696"/>
                  </a:cubicBezTo>
                  <a:lnTo>
                    <a:pt x="646" y="696"/>
                  </a:lnTo>
                  <a:cubicBezTo>
                    <a:pt x="469" y="437"/>
                    <a:pt x="263" y="205"/>
                    <a:pt x="1" y="1"/>
                  </a:cubicBezTo>
                  <a:close/>
                  <a:moveTo>
                    <a:pt x="646" y="696"/>
                  </a:moveTo>
                  <a:cubicBezTo>
                    <a:pt x="654" y="708"/>
                    <a:pt x="662" y="719"/>
                    <a:pt x="669" y="730"/>
                  </a:cubicBezTo>
                  <a:lnTo>
                    <a:pt x="700" y="730"/>
                  </a:lnTo>
                  <a:cubicBezTo>
                    <a:pt x="682" y="719"/>
                    <a:pt x="664" y="708"/>
                    <a:pt x="646" y="69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/>
            <p:cNvSpPr/>
            <p:nvPr/>
          </p:nvSpPr>
          <p:spPr>
            <a:xfrm>
              <a:off x="5005675" y="4161450"/>
              <a:ext cx="21300" cy="12175"/>
            </a:xfrm>
            <a:custGeom>
              <a:avLst/>
              <a:gdLst/>
              <a:ahLst/>
              <a:cxnLst/>
              <a:rect l="l" t="t" r="r" b="b"/>
              <a:pathLst>
                <a:path w="852" h="487" extrusionOk="0">
                  <a:moveTo>
                    <a:pt x="852" y="0"/>
                  </a:moveTo>
                  <a:cubicBezTo>
                    <a:pt x="821" y="0"/>
                    <a:pt x="669" y="152"/>
                    <a:pt x="457" y="274"/>
                  </a:cubicBezTo>
                  <a:cubicBezTo>
                    <a:pt x="213" y="426"/>
                    <a:pt x="1" y="456"/>
                    <a:pt x="1" y="487"/>
                  </a:cubicBezTo>
                  <a:cubicBezTo>
                    <a:pt x="335" y="487"/>
                    <a:pt x="669" y="304"/>
                    <a:pt x="8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/>
            <p:cNvSpPr/>
            <p:nvPr/>
          </p:nvSpPr>
          <p:spPr>
            <a:xfrm>
              <a:off x="4979850" y="3798975"/>
              <a:ext cx="26625" cy="22075"/>
            </a:xfrm>
            <a:custGeom>
              <a:avLst/>
              <a:gdLst/>
              <a:ahLst/>
              <a:cxnLst/>
              <a:rect l="l" t="t" r="r" b="b"/>
              <a:pathLst>
                <a:path w="1065" h="883" extrusionOk="0">
                  <a:moveTo>
                    <a:pt x="0" y="1"/>
                  </a:moveTo>
                  <a:cubicBezTo>
                    <a:pt x="152" y="183"/>
                    <a:pt x="335" y="335"/>
                    <a:pt x="517" y="487"/>
                  </a:cubicBezTo>
                  <a:cubicBezTo>
                    <a:pt x="669" y="639"/>
                    <a:pt x="851" y="761"/>
                    <a:pt x="1064" y="882"/>
                  </a:cubicBezTo>
                  <a:cubicBezTo>
                    <a:pt x="912" y="730"/>
                    <a:pt x="760" y="548"/>
                    <a:pt x="547" y="426"/>
                  </a:cubicBezTo>
                  <a:cubicBezTo>
                    <a:pt x="395" y="274"/>
                    <a:pt x="213" y="12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/>
            <p:cNvSpPr/>
            <p:nvPr/>
          </p:nvSpPr>
          <p:spPr>
            <a:xfrm>
              <a:off x="5060400" y="3868900"/>
              <a:ext cx="28125" cy="25850"/>
            </a:xfrm>
            <a:custGeom>
              <a:avLst/>
              <a:gdLst/>
              <a:ahLst/>
              <a:cxnLst/>
              <a:rect l="l" t="t" r="r" b="b"/>
              <a:pathLst>
                <a:path w="1125" h="1034" extrusionOk="0">
                  <a:moveTo>
                    <a:pt x="1125" y="0"/>
                  </a:moveTo>
                  <a:lnTo>
                    <a:pt x="1125" y="0"/>
                  </a:lnTo>
                  <a:cubicBezTo>
                    <a:pt x="912" y="122"/>
                    <a:pt x="699" y="304"/>
                    <a:pt x="547" y="486"/>
                  </a:cubicBezTo>
                  <a:cubicBezTo>
                    <a:pt x="334" y="669"/>
                    <a:pt x="152" y="851"/>
                    <a:pt x="0" y="1033"/>
                  </a:cubicBezTo>
                  <a:cubicBezTo>
                    <a:pt x="213" y="912"/>
                    <a:pt x="426" y="730"/>
                    <a:pt x="608" y="547"/>
                  </a:cubicBezTo>
                  <a:cubicBezTo>
                    <a:pt x="790" y="365"/>
                    <a:pt x="973" y="182"/>
                    <a:pt x="11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/>
            <p:cNvSpPr/>
            <p:nvPr/>
          </p:nvSpPr>
          <p:spPr>
            <a:xfrm>
              <a:off x="4988950" y="3981350"/>
              <a:ext cx="31200" cy="22075"/>
            </a:xfrm>
            <a:custGeom>
              <a:avLst/>
              <a:gdLst/>
              <a:ahLst/>
              <a:cxnLst/>
              <a:rect l="l" t="t" r="r" b="b"/>
              <a:pathLst>
                <a:path w="1248" h="883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83"/>
                    <a:pt x="335" y="365"/>
                    <a:pt x="578" y="517"/>
                  </a:cubicBezTo>
                  <a:cubicBezTo>
                    <a:pt x="761" y="669"/>
                    <a:pt x="974" y="791"/>
                    <a:pt x="1217" y="882"/>
                  </a:cubicBezTo>
                  <a:cubicBezTo>
                    <a:pt x="1247" y="882"/>
                    <a:pt x="943" y="700"/>
                    <a:pt x="609" y="456"/>
                  </a:cubicBezTo>
                  <a:cubicBezTo>
                    <a:pt x="426" y="274"/>
                    <a:pt x="214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/>
            <p:cNvSpPr/>
            <p:nvPr/>
          </p:nvSpPr>
          <p:spPr>
            <a:xfrm>
              <a:off x="5112825" y="3995025"/>
              <a:ext cx="6100" cy="42575"/>
            </a:xfrm>
            <a:custGeom>
              <a:avLst/>
              <a:gdLst/>
              <a:ahLst/>
              <a:cxnLst/>
              <a:rect l="l" t="t" r="r" b="b"/>
              <a:pathLst>
                <a:path w="244" h="1703" extrusionOk="0">
                  <a:moveTo>
                    <a:pt x="0" y="1"/>
                  </a:moveTo>
                  <a:cubicBezTo>
                    <a:pt x="0" y="305"/>
                    <a:pt x="31" y="578"/>
                    <a:pt x="92" y="852"/>
                  </a:cubicBezTo>
                  <a:cubicBezTo>
                    <a:pt x="122" y="1156"/>
                    <a:pt x="152" y="1429"/>
                    <a:pt x="244" y="1703"/>
                  </a:cubicBezTo>
                  <a:cubicBezTo>
                    <a:pt x="244" y="1429"/>
                    <a:pt x="213" y="1125"/>
                    <a:pt x="152" y="852"/>
                  </a:cubicBezTo>
                  <a:cubicBezTo>
                    <a:pt x="122" y="578"/>
                    <a:pt x="61" y="27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/>
            <p:cNvSpPr/>
            <p:nvPr/>
          </p:nvSpPr>
          <p:spPr>
            <a:xfrm>
              <a:off x="5131050" y="4128000"/>
              <a:ext cx="35750" cy="8400"/>
            </a:xfrm>
            <a:custGeom>
              <a:avLst/>
              <a:gdLst/>
              <a:ahLst/>
              <a:cxnLst/>
              <a:rect l="l" t="t" r="r" b="b"/>
              <a:pathLst>
                <a:path w="1430" h="336" extrusionOk="0">
                  <a:moveTo>
                    <a:pt x="1430" y="1"/>
                  </a:moveTo>
                  <a:lnTo>
                    <a:pt x="1430" y="1"/>
                  </a:lnTo>
                  <a:cubicBezTo>
                    <a:pt x="1186" y="31"/>
                    <a:pt x="943" y="92"/>
                    <a:pt x="700" y="153"/>
                  </a:cubicBezTo>
                  <a:cubicBezTo>
                    <a:pt x="305" y="244"/>
                    <a:pt x="1" y="305"/>
                    <a:pt x="1" y="335"/>
                  </a:cubicBezTo>
                  <a:cubicBezTo>
                    <a:pt x="244" y="335"/>
                    <a:pt x="487" y="305"/>
                    <a:pt x="730" y="244"/>
                  </a:cubicBezTo>
                  <a:cubicBezTo>
                    <a:pt x="974" y="183"/>
                    <a:pt x="1186" y="92"/>
                    <a:pt x="14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/>
            <p:cNvSpPr/>
            <p:nvPr/>
          </p:nvSpPr>
          <p:spPr>
            <a:xfrm>
              <a:off x="5282275" y="4102175"/>
              <a:ext cx="19775" cy="38775"/>
            </a:xfrm>
            <a:custGeom>
              <a:avLst/>
              <a:gdLst/>
              <a:ahLst/>
              <a:cxnLst/>
              <a:rect l="l" t="t" r="r" b="b"/>
              <a:pathLst>
                <a:path w="791" h="1551" extrusionOk="0">
                  <a:moveTo>
                    <a:pt x="791" y="0"/>
                  </a:moveTo>
                  <a:cubicBezTo>
                    <a:pt x="609" y="244"/>
                    <a:pt x="487" y="517"/>
                    <a:pt x="365" y="791"/>
                  </a:cubicBezTo>
                  <a:cubicBezTo>
                    <a:pt x="213" y="1034"/>
                    <a:pt x="92" y="1277"/>
                    <a:pt x="1" y="1551"/>
                  </a:cubicBezTo>
                  <a:cubicBezTo>
                    <a:pt x="183" y="1307"/>
                    <a:pt x="305" y="1064"/>
                    <a:pt x="426" y="791"/>
                  </a:cubicBezTo>
                  <a:cubicBezTo>
                    <a:pt x="578" y="548"/>
                    <a:pt x="700" y="274"/>
                    <a:pt x="7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>
              <a:off x="5399300" y="4168275"/>
              <a:ext cx="26625" cy="16000"/>
            </a:xfrm>
            <a:custGeom>
              <a:avLst/>
              <a:gdLst/>
              <a:ahLst/>
              <a:cxnLst/>
              <a:rect l="l" t="t" r="r" b="b"/>
              <a:pathLst>
                <a:path w="1065" h="640" extrusionOk="0">
                  <a:moveTo>
                    <a:pt x="1064" y="1"/>
                  </a:moveTo>
                  <a:lnTo>
                    <a:pt x="1064" y="1"/>
                  </a:lnTo>
                  <a:cubicBezTo>
                    <a:pt x="882" y="62"/>
                    <a:pt x="669" y="153"/>
                    <a:pt x="517" y="274"/>
                  </a:cubicBezTo>
                  <a:cubicBezTo>
                    <a:pt x="335" y="366"/>
                    <a:pt x="153" y="487"/>
                    <a:pt x="1" y="639"/>
                  </a:cubicBezTo>
                  <a:cubicBezTo>
                    <a:pt x="213" y="548"/>
                    <a:pt x="396" y="457"/>
                    <a:pt x="548" y="335"/>
                  </a:cubicBezTo>
                  <a:cubicBezTo>
                    <a:pt x="730" y="244"/>
                    <a:pt x="912" y="122"/>
                    <a:pt x="10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/>
            <p:cNvSpPr/>
            <p:nvPr/>
          </p:nvSpPr>
          <p:spPr>
            <a:xfrm>
              <a:off x="5349900" y="3774650"/>
              <a:ext cx="58550" cy="80575"/>
            </a:xfrm>
            <a:custGeom>
              <a:avLst/>
              <a:gdLst/>
              <a:ahLst/>
              <a:cxnLst/>
              <a:rect l="l" t="t" r="r" b="b"/>
              <a:pathLst>
                <a:path w="2342" h="3223" extrusionOk="0">
                  <a:moveTo>
                    <a:pt x="1977" y="1"/>
                  </a:moveTo>
                  <a:cubicBezTo>
                    <a:pt x="1369" y="92"/>
                    <a:pt x="882" y="183"/>
                    <a:pt x="548" y="244"/>
                  </a:cubicBezTo>
                  <a:cubicBezTo>
                    <a:pt x="366" y="244"/>
                    <a:pt x="183" y="275"/>
                    <a:pt x="31" y="335"/>
                  </a:cubicBezTo>
                  <a:cubicBezTo>
                    <a:pt x="214" y="335"/>
                    <a:pt x="396" y="335"/>
                    <a:pt x="578" y="305"/>
                  </a:cubicBezTo>
                  <a:cubicBezTo>
                    <a:pt x="897" y="276"/>
                    <a:pt x="1353" y="219"/>
                    <a:pt x="1894" y="162"/>
                  </a:cubicBezTo>
                  <a:lnTo>
                    <a:pt x="1894" y="162"/>
                  </a:lnTo>
                  <a:lnTo>
                    <a:pt x="2152" y="2227"/>
                  </a:lnTo>
                  <a:lnTo>
                    <a:pt x="2152" y="2227"/>
                  </a:lnTo>
                  <a:lnTo>
                    <a:pt x="2007" y="2372"/>
                  </a:lnTo>
                  <a:lnTo>
                    <a:pt x="1371" y="2981"/>
                  </a:lnTo>
                  <a:lnTo>
                    <a:pt x="1371" y="2981"/>
                  </a:lnTo>
                  <a:lnTo>
                    <a:pt x="330" y="2461"/>
                  </a:lnTo>
                  <a:lnTo>
                    <a:pt x="330" y="2461"/>
                  </a:lnTo>
                  <a:cubicBezTo>
                    <a:pt x="242" y="1866"/>
                    <a:pt x="182" y="1331"/>
                    <a:pt x="122" y="943"/>
                  </a:cubicBezTo>
                  <a:cubicBezTo>
                    <a:pt x="92" y="761"/>
                    <a:pt x="62" y="548"/>
                    <a:pt x="1" y="335"/>
                  </a:cubicBezTo>
                  <a:lnTo>
                    <a:pt x="1" y="335"/>
                  </a:lnTo>
                  <a:cubicBezTo>
                    <a:pt x="1" y="518"/>
                    <a:pt x="1" y="730"/>
                    <a:pt x="31" y="913"/>
                  </a:cubicBezTo>
                  <a:cubicBezTo>
                    <a:pt x="62" y="1308"/>
                    <a:pt x="92" y="1855"/>
                    <a:pt x="153" y="2524"/>
                  </a:cubicBezTo>
                  <a:lnTo>
                    <a:pt x="153" y="2554"/>
                  </a:lnTo>
                  <a:lnTo>
                    <a:pt x="214" y="2585"/>
                  </a:lnTo>
                  <a:cubicBezTo>
                    <a:pt x="578" y="2767"/>
                    <a:pt x="943" y="2980"/>
                    <a:pt x="1338" y="3193"/>
                  </a:cubicBezTo>
                  <a:lnTo>
                    <a:pt x="1399" y="3223"/>
                  </a:lnTo>
                  <a:lnTo>
                    <a:pt x="1460" y="3162"/>
                  </a:lnTo>
                  <a:lnTo>
                    <a:pt x="2129" y="2524"/>
                  </a:lnTo>
                  <a:lnTo>
                    <a:pt x="2311" y="2341"/>
                  </a:lnTo>
                  <a:lnTo>
                    <a:pt x="2341" y="2311"/>
                  </a:lnTo>
                  <a:lnTo>
                    <a:pt x="2341" y="2281"/>
                  </a:lnTo>
                  <a:cubicBezTo>
                    <a:pt x="2250" y="1460"/>
                    <a:pt x="2129" y="730"/>
                    <a:pt x="2037" y="92"/>
                  </a:cubicBezTo>
                  <a:lnTo>
                    <a:pt x="20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/>
            <p:cNvSpPr/>
            <p:nvPr/>
          </p:nvSpPr>
          <p:spPr>
            <a:xfrm>
              <a:off x="5352200" y="3799250"/>
              <a:ext cx="46375" cy="5450"/>
            </a:xfrm>
            <a:custGeom>
              <a:avLst/>
              <a:gdLst/>
              <a:ahLst/>
              <a:cxnLst/>
              <a:rect l="l" t="t" r="r" b="b"/>
              <a:pathLst>
                <a:path w="1855" h="218" extrusionOk="0">
                  <a:moveTo>
                    <a:pt x="1191" y="1"/>
                  </a:moveTo>
                  <a:cubicBezTo>
                    <a:pt x="792" y="1"/>
                    <a:pt x="390" y="55"/>
                    <a:pt x="0" y="172"/>
                  </a:cubicBezTo>
                  <a:cubicBezTo>
                    <a:pt x="152" y="202"/>
                    <a:pt x="304" y="218"/>
                    <a:pt x="456" y="218"/>
                  </a:cubicBezTo>
                  <a:cubicBezTo>
                    <a:pt x="608" y="218"/>
                    <a:pt x="760" y="202"/>
                    <a:pt x="912" y="172"/>
                  </a:cubicBezTo>
                  <a:cubicBezTo>
                    <a:pt x="1216" y="172"/>
                    <a:pt x="1550" y="142"/>
                    <a:pt x="1854" y="50"/>
                  </a:cubicBezTo>
                  <a:cubicBezTo>
                    <a:pt x="1636" y="18"/>
                    <a:pt x="1414" y="1"/>
                    <a:pt x="11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3"/>
            <p:cNvSpPr/>
            <p:nvPr/>
          </p:nvSpPr>
          <p:spPr>
            <a:xfrm>
              <a:off x="5287600" y="3954000"/>
              <a:ext cx="667200" cy="290300"/>
            </a:xfrm>
            <a:custGeom>
              <a:avLst/>
              <a:gdLst/>
              <a:ahLst/>
              <a:cxnLst/>
              <a:rect l="l" t="t" r="r" b="b"/>
              <a:pathLst>
                <a:path w="26688" h="11612" extrusionOk="0">
                  <a:moveTo>
                    <a:pt x="11764" y="0"/>
                  </a:moveTo>
                  <a:lnTo>
                    <a:pt x="7873" y="9818"/>
                  </a:lnTo>
                  <a:lnTo>
                    <a:pt x="0" y="10943"/>
                  </a:lnTo>
                  <a:lnTo>
                    <a:pt x="0" y="11611"/>
                  </a:lnTo>
                  <a:lnTo>
                    <a:pt x="21369" y="11611"/>
                  </a:lnTo>
                  <a:lnTo>
                    <a:pt x="26688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/>
            <p:cNvSpPr/>
            <p:nvPr/>
          </p:nvSpPr>
          <p:spPr>
            <a:xfrm>
              <a:off x="5701875" y="4073975"/>
              <a:ext cx="43200" cy="37925"/>
            </a:xfrm>
            <a:custGeom>
              <a:avLst/>
              <a:gdLst/>
              <a:ahLst/>
              <a:cxnLst/>
              <a:rect l="l" t="t" r="r" b="b"/>
              <a:pathLst>
                <a:path w="1728" h="1517" extrusionOk="0">
                  <a:moveTo>
                    <a:pt x="851" y="1"/>
                  </a:moveTo>
                  <a:cubicBezTo>
                    <a:pt x="399" y="1"/>
                    <a:pt x="1" y="405"/>
                    <a:pt x="117" y="916"/>
                  </a:cubicBezTo>
                  <a:cubicBezTo>
                    <a:pt x="205" y="1302"/>
                    <a:pt x="536" y="1516"/>
                    <a:pt x="871" y="1516"/>
                  </a:cubicBezTo>
                  <a:cubicBezTo>
                    <a:pt x="1115" y="1516"/>
                    <a:pt x="1361" y="1402"/>
                    <a:pt x="1515" y="1159"/>
                  </a:cubicBezTo>
                  <a:cubicBezTo>
                    <a:pt x="1728" y="794"/>
                    <a:pt x="1636" y="338"/>
                    <a:pt x="1272" y="125"/>
                  </a:cubicBezTo>
                  <a:cubicBezTo>
                    <a:pt x="1135" y="39"/>
                    <a:pt x="990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/>
            <p:cNvSpPr/>
            <p:nvPr/>
          </p:nvSpPr>
          <p:spPr>
            <a:xfrm>
              <a:off x="1127175" y="4507950"/>
              <a:ext cx="182450" cy="235375"/>
            </a:xfrm>
            <a:custGeom>
              <a:avLst/>
              <a:gdLst/>
              <a:ahLst/>
              <a:cxnLst/>
              <a:rect l="l" t="t" r="r" b="b"/>
              <a:pathLst>
                <a:path w="7298" h="9415" extrusionOk="0">
                  <a:moveTo>
                    <a:pt x="2949" y="1"/>
                  </a:moveTo>
                  <a:lnTo>
                    <a:pt x="1" y="3101"/>
                  </a:lnTo>
                  <a:lnTo>
                    <a:pt x="214" y="3344"/>
                  </a:lnTo>
                  <a:cubicBezTo>
                    <a:pt x="1278" y="4469"/>
                    <a:pt x="5624" y="8907"/>
                    <a:pt x="6566" y="9363"/>
                  </a:cubicBezTo>
                  <a:cubicBezTo>
                    <a:pt x="6635" y="9398"/>
                    <a:pt x="6688" y="9414"/>
                    <a:pt x="6727" y="9414"/>
                  </a:cubicBezTo>
                  <a:cubicBezTo>
                    <a:pt x="7297" y="9414"/>
                    <a:pt x="4955" y="5928"/>
                    <a:pt x="4955" y="5928"/>
                  </a:cubicBezTo>
                  <a:lnTo>
                    <a:pt x="6962" y="3800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/>
            <p:cNvSpPr/>
            <p:nvPr/>
          </p:nvSpPr>
          <p:spPr>
            <a:xfrm>
              <a:off x="1128700" y="4556600"/>
              <a:ext cx="44100" cy="63075"/>
            </a:xfrm>
            <a:custGeom>
              <a:avLst/>
              <a:gdLst/>
              <a:ahLst/>
              <a:cxnLst/>
              <a:rect l="l" t="t" r="r" b="b"/>
              <a:pathLst>
                <a:path w="1764" h="2523" extrusionOk="0">
                  <a:moveTo>
                    <a:pt x="1034" y="0"/>
                  </a:moveTo>
                  <a:lnTo>
                    <a:pt x="1" y="1125"/>
                  </a:lnTo>
                  <a:lnTo>
                    <a:pt x="1399" y="2523"/>
                  </a:lnTo>
                  <a:cubicBezTo>
                    <a:pt x="1673" y="2128"/>
                    <a:pt x="1764" y="1641"/>
                    <a:pt x="1703" y="1185"/>
                  </a:cubicBezTo>
                  <a:cubicBezTo>
                    <a:pt x="1642" y="730"/>
                    <a:pt x="1399" y="304"/>
                    <a:pt x="1034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/>
            <p:cNvSpPr/>
            <p:nvPr/>
          </p:nvSpPr>
          <p:spPr>
            <a:xfrm>
              <a:off x="1127175" y="4583950"/>
              <a:ext cx="177100" cy="160375"/>
            </a:xfrm>
            <a:custGeom>
              <a:avLst/>
              <a:gdLst/>
              <a:ahLst/>
              <a:cxnLst/>
              <a:rect l="l" t="t" r="r" b="b"/>
              <a:pathLst>
                <a:path w="7084" h="6415" extrusionOk="0">
                  <a:moveTo>
                    <a:pt x="92" y="0"/>
                  </a:moveTo>
                  <a:lnTo>
                    <a:pt x="1" y="61"/>
                  </a:lnTo>
                  <a:cubicBezTo>
                    <a:pt x="1812" y="2144"/>
                    <a:pt x="6351" y="6414"/>
                    <a:pt x="6741" y="6414"/>
                  </a:cubicBezTo>
                  <a:cubicBezTo>
                    <a:pt x="6744" y="6414"/>
                    <a:pt x="6746" y="6414"/>
                    <a:pt x="6749" y="6414"/>
                  </a:cubicBezTo>
                  <a:cubicBezTo>
                    <a:pt x="7083" y="6383"/>
                    <a:pt x="6202" y="4894"/>
                    <a:pt x="6202" y="4894"/>
                  </a:cubicBezTo>
                  <a:cubicBezTo>
                    <a:pt x="6150" y="4849"/>
                    <a:pt x="6083" y="4831"/>
                    <a:pt x="6011" y="4831"/>
                  </a:cubicBezTo>
                  <a:cubicBezTo>
                    <a:pt x="5740" y="4831"/>
                    <a:pt x="5381" y="5076"/>
                    <a:pt x="5381" y="507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/>
            <p:cNvSpPr/>
            <p:nvPr/>
          </p:nvSpPr>
          <p:spPr>
            <a:xfrm>
              <a:off x="1127950" y="4582425"/>
              <a:ext cx="169475" cy="160350"/>
            </a:xfrm>
            <a:custGeom>
              <a:avLst/>
              <a:gdLst/>
              <a:ahLst/>
              <a:cxnLst/>
              <a:rect l="l" t="t" r="r" b="b"/>
              <a:pathLst>
                <a:path w="6779" h="6414" extrusionOk="0">
                  <a:moveTo>
                    <a:pt x="0" y="0"/>
                  </a:moveTo>
                  <a:cubicBezTo>
                    <a:pt x="0" y="31"/>
                    <a:pt x="31" y="31"/>
                    <a:pt x="31" y="61"/>
                  </a:cubicBezTo>
                  <a:lnTo>
                    <a:pt x="145" y="159"/>
                  </a:lnTo>
                  <a:lnTo>
                    <a:pt x="145" y="159"/>
                  </a:lnTo>
                  <a:lnTo>
                    <a:pt x="61" y="61"/>
                  </a:lnTo>
                  <a:lnTo>
                    <a:pt x="0" y="0"/>
                  </a:lnTo>
                  <a:close/>
                  <a:moveTo>
                    <a:pt x="145" y="159"/>
                  </a:moveTo>
                  <a:lnTo>
                    <a:pt x="244" y="274"/>
                  </a:lnTo>
                  <a:lnTo>
                    <a:pt x="943" y="973"/>
                  </a:lnTo>
                  <a:cubicBezTo>
                    <a:pt x="1520" y="1581"/>
                    <a:pt x="2371" y="2402"/>
                    <a:pt x="3283" y="3283"/>
                  </a:cubicBezTo>
                  <a:cubicBezTo>
                    <a:pt x="4225" y="4195"/>
                    <a:pt x="5107" y="4985"/>
                    <a:pt x="5745" y="5532"/>
                  </a:cubicBezTo>
                  <a:lnTo>
                    <a:pt x="6505" y="6201"/>
                  </a:lnTo>
                  <a:lnTo>
                    <a:pt x="6718" y="6353"/>
                  </a:lnTo>
                  <a:lnTo>
                    <a:pt x="6505" y="6171"/>
                  </a:lnTo>
                  <a:lnTo>
                    <a:pt x="5745" y="5502"/>
                  </a:lnTo>
                  <a:cubicBezTo>
                    <a:pt x="5107" y="4925"/>
                    <a:pt x="4256" y="4134"/>
                    <a:pt x="3314" y="3253"/>
                  </a:cubicBezTo>
                  <a:cubicBezTo>
                    <a:pt x="2402" y="2371"/>
                    <a:pt x="1551" y="1551"/>
                    <a:pt x="943" y="943"/>
                  </a:cubicBezTo>
                  <a:lnTo>
                    <a:pt x="244" y="244"/>
                  </a:lnTo>
                  <a:lnTo>
                    <a:pt x="145" y="159"/>
                  </a:lnTo>
                  <a:close/>
                  <a:moveTo>
                    <a:pt x="6718" y="6353"/>
                  </a:moveTo>
                  <a:cubicBezTo>
                    <a:pt x="6748" y="6414"/>
                    <a:pt x="6779" y="6414"/>
                    <a:pt x="6779" y="6414"/>
                  </a:cubicBezTo>
                  <a:lnTo>
                    <a:pt x="6718" y="635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/>
            <p:cNvSpPr/>
            <p:nvPr/>
          </p:nvSpPr>
          <p:spPr>
            <a:xfrm>
              <a:off x="1260175" y="4704475"/>
              <a:ext cx="24325" cy="7925"/>
            </a:xfrm>
            <a:custGeom>
              <a:avLst/>
              <a:gdLst/>
              <a:ahLst/>
              <a:cxnLst/>
              <a:rect l="l" t="t" r="r" b="b"/>
              <a:pathLst>
                <a:path w="973" h="317" extrusionOk="0">
                  <a:moveTo>
                    <a:pt x="672" y="0"/>
                  </a:moveTo>
                  <a:cubicBezTo>
                    <a:pt x="590" y="0"/>
                    <a:pt x="508" y="15"/>
                    <a:pt x="426" y="43"/>
                  </a:cubicBezTo>
                  <a:cubicBezTo>
                    <a:pt x="243" y="73"/>
                    <a:pt x="91" y="164"/>
                    <a:pt x="0" y="316"/>
                  </a:cubicBezTo>
                  <a:cubicBezTo>
                    <a:pt x="122" y="225"/>
                    <a:pt x="274" y="164"/>
                    <a:pt x="456" y="103"/>
                  </a:cubicBezTo>
                  <a:cubicBezTo>
                    <a:pt x="564" y="82"/>
                    <a:pt x="686" y="60"/>
                    <a:pt x="813" y="60"/>
                  </a:cubicBezTo>
                  <a:cubicBezTo>
                    <a:pt x="866" y="60"/>
                    <a:pt x="919" y="64"/>
                    <a:pt x="973" y="73"/>
                  </a:cubicBezTo>
                  <a:cubicBezTo>
                    <a:pt x="872" y="23"/>
                    <a:pt x="772" y="0"/>
                    <a:pt x="6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/>
            <p:cNvSpPr/>
            <p:nvPr/>
          </p:nvSpPr>
          <p:spPr>
            <a:xfrm>
              <a:off x="1244200" y="4666000"/>
              <a:ext cx="13725" cy="3825"/>
            </a:xfrm>
            <a:custGeom>
              <a:avLst/>
              <a:gdLst/>
              <a:ahLst/>
              <a:cxnLst/>
              <a:rect l="l" t="t" r="r" b="b"/>
              <a:pathLst>
                <a:path w="549" h="153" extrusionOk="0">
                  <a:moveTo>
                    <a:pt x="548" y="1"/>
                  </a:moveTo>
                  <a:cubicBezTo>
                    <a:pt x="548" y="1"/>
                    <a:pt x="426" y="1"/>
                    <a:pt x="274" y="62"/>
                  </a:cubicBezTo>
                  <a:cubicBezTo>
                    <a:pt x="183" y="62"/>
                    <a:pt x="92" y="92"/>
                    <a:pt x="1" y="153"/>
                  </a:cubicBezTo>
                  <a:cubicBezTo>
                    <a:pt x="92" y="153"/>
                    <a:pt x="183" y="153"/>
                    <a:pt x="274" y="123"/>
                  </a:cubicBezTo>
                  <a:cubicBezTo>
                    <a:pt x="426" y="92"/>
                    <a:pt x="548" y="3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/>
            <p:cNvSpPr/>
            <p:nvPr/>
          </p:nvSpPr>
          <p:spPr>
            <a:xfrm>
              <a:off x="1240400" y="4656900"/>
              <a:ext cx="11425" cy="1875"/>
            </a:xfrm>
            <a:custGeom>
              <a:avLst/>
              <a:gdLst/>
              <a:ahLst/>
              <a:cxnLst/>
              <a:rect l="l" t="t" r="r" b="b"/>
              <a:pathLst>
                <a:path w="457" h="75" extrusionOk="0">
                  <a:moveTo>
                    <a:pt x="244" y="0"/>
                  </a:moveTo>
                  <a:cubicBezTo>
                    <a:pt x="153" y="0"/>
                    <a:pt x="62" y="0"/>
                    <a:pt x="1" y="31"/>
                  </a:cubicBezTo>
                  <a:cubicBezTo>
                    <a:pt x="1" y="61"/>
                    <a:pt x="92" y="61"/>
                    <a:pt x="214" y="61"/>
                  </a:cubicBezTo>
                  <a:cubicBezTo>
                    <a:pt x="244" y="71"/>
                    <a:pt x="274" y="75"/>
                    <a:pt x="304" y="75"/>
                  </a:cubicBezTo>
                  <a:cubicBezTo>
                    <a:pt x="362" y="75"/>
                    <a:pt x="416" y="61"/>
                    <a:pt x="457" y="61"/>
                  </a:cubicBezTo>
                  <a:cubicBezTo>
                    <a:pt x="457" y="61"/>
                    <a:pt x="366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/>
            <p:cNvSpPr/>
            <p:nvPr/>
          </p:nvSpPr>
          <p:spPr>
            <a:xfrm>
              <a:off x="1244200" y="4643225"/>
              <a:ext cx="10675" cy="10050"/>
            </a:xfrm>
            <a:custGeom>
              <a:avLst/>
              <a:gdLst/>
              <a:ahLst/>
              <a:cxnLst/>
              <a:rect l="l" t="t" r="r" b="b"/>
              <a:pathLst>
                <a:path w="427" h="402" extrusionOk="0">
                  <a:moveTo>
                    <a:pt x="1" y="0"/>
                  </a:moveTo>
                  <a:cubicBezTo>
                    <a:pt x="1" y="0"/>
                    <a:pt x="62" y="122"/>
                    <a:pt x="183" y="243"/>
                  </a:cubicBezTo>
                  <a:cubicBezTo>
                    <a:pt x="289" y="322"/>
                    <a:pt x="371" y="401"/>
                    <a:pt x="411" y="401"/>
                  </a:cubicBezTo>
                  <a:cubicBezTo>
                    <a:pt x="417" y="401"/>
                    <a:pt x="422" y="399"/>
                    <a:pt x="426" y="395"/>
                  </a:cubicBezTo>
                  <a:cubicBezTo>
                    <a:pt x="426" y="395"/>
                    <a:pt x="335" y="304"/>
                    <a:pt x="244" y="182"/>
                  </a:cubicBezTo>
                  <a:cubicBezTo>
                    <a:pt x="122" y="61"/>
                    <a:pt x="3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/>
            <p:cNvSpPr/>
            <p:nvPr/>
          </p:nvSpPr>
          <p:spPr>
            <a:xfrm>
              <a:off x="1248000" y="4634850"/>
              <a:ext cx="11425" cy="12200"/>
            </a:xfrm>
            <a:custGeom>
              <a:avLst/>
              <a:gdLst/>
              <a:ahLst/>
              <a:cxnLst/>
              <a:rect l="l" t="t" r="r" b="b"/>
              <a:pathLst>
                <a:path w="457" h="488" extrusionOk="0">
                  <a:moveTo>
                    <a:pt x="31" y="1"/>
                  </a:moveTo>
                  <a:cubicBezTo>
                    <a:pt x="1" y="1"/>
                    <a:pt x="62" y="153"/>
                    <a:pt x="214" y="305"/>
                  </a:cubicBezTo>
                  <a:cubicBezTo>
                    <a:pt x="274" y="396"/>
                    <a:pt x="366" y="457"/>
                    <a:pt x="457" y="487"/>
                  </a:cubicBezTo>
                  <a:cubicBezTo>
                    <a:pt x="457" y="487"/>
                    <a:pt x="366" y="396"/>
                    <a:pt x="244" y="244"/>
                  </a:cubicBezTo>
                  <a:cubicBezTo>
                    <a:pt x="183" y="153"/>
                    <a:pt x="122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/>
            <p:cNvSpPr/>
            <p:nvPr/>
          </p:nvSpPr>
          <p:spPr>
            <a:xfrm>
              <a:off x="1255600" y="4662675"/>
              <a:ext cx="25875" cy="14750"/>
            </a:xfrm>
            <a:custGeom>
              <a:avLst/>
              <a:gdLst/>
              <a:ahLst/>
              <a:cxnLst/>
              <a:rect l="l" t="t" r="r" b="b"/>
              <a:pathLst>
                <a:path w="1035" h="590" extrusionOk="0">
                  <a:moveTo>
                    <a:pt x="305" y="43"/>
                  </a:moveTo>
                  <a:cubicBezTo>
                    <a:pt x="426" y="43"/>
                    <a:pt x="578" y="73"/>
                    <a:pt x="670" y="134"/>
                  </a:cubicBezTo>
                  <a:cubicBezTo>
                    <a:pt x="791" y="195"/>
                    <a:pt x="913" y="286"/>
                    <a:pt x="974" y="438"/>
                  </a:cubicBezTo>
                  <a:cubicBezTo>
                    <a:pt x="974" y="499"/>
                    <a:pt x="913" y="529"/>
                    <a:pt x="852" y="529"/>
                  </a:cubicBezTo>
                  <a:cubicBezTo>
                    <a:pt x="761" y="499"/>
                    <a:pt x="700" y="468"/>
                    <a:pt x="639" y="438"/>
                  </a:cubicBezTo>
                  <a:cubicBezTo>
                    <a:pt x="518" y="377"/>
                    <a:pt x="396" y="316"/>
                    <a:pt x="305" y="256"/>
                  </a:cubicBezTo>
                  <a:cubicBezTo>
                    <a:pt x="217" y="197"/>
                    <a:pt x="150" y="145"/>
                    <a:pt x="104" y="111"/>
                  </a:cubicBezTo>
                  <a:lnTo>
                    <a:pt x="104" y="111"/>
                  </a:lnTo>
                  <a:cubicBezTo>
                    <a:pt x="173" y="82"/>
                    <a:pt x="245" y="63"/>
                    <a:pt x="305" y="43"/>
                  </a:cubicBezTo>
                  <a:close/>
                  <a:moveTo>
                    <a:pt x="422" y="1"/>
                  </a:moveTo>
                  <a:cubicBezTo>
                    <a:pt x="383" y="1"/>
                    <a:pt x="344" y="5"/>
                    <a:pt x="305" y="12"/>
                  </a:cubicBezTo>
                  <a:cubicBezTo>
                    <a:pt x="220" y="12"/>
                    <a:pt x="161" y="39"/>
                    <a:pt x="79" y="92"/>
                  </a:cubicBezTo>
                  <a:lnTo>
                    <a:pt x="79" y="92"/>
                  </a:lnTo>
                  <a:cubicBezTo>
                    <a:pt x="57" y="76"/>
                    <a:pt x="43" y="67"/>
                    <a:pt x="36" y="67"/>
                  </a:cubicBezTo>
                  <a:cubicBezTo>
                    <a:pt x="33" y="67"/>
                    <a:pt x="31" y="69"/>
                    <a:pt x="31" y="73"/>
                  </a:cubicBezTo>
                  <a:cubicBezTo>
                    <a:pt x="39" y="85"/>
                    <a:pt x="47" y="96"/>
                    <a:pt x="56" y="107"/>
                  </a:cubicBezTo>
                  <a:lnTo>
                    <a:pt x="56" y="107"/>
                  </a:lnTo>
                  <a:cubicBezTo>
                    <a:pt x="1" y="136"/>
                    <a:pt x="1" y="164"/>
                    <a:pt x="1" y="164"/>
                  </a:cubicBezTo>
                  <a:cubicBezTo>
                    <a:pt x="23" y="150"/>
                    <a:pt x="47" y="137"/>
                    <a:pt x="71" y="125"/>
                  </a:cubicBezTo>
                  <a:lnTo>
                    <a:pt x="71" y="125"/>
                  </a:lnTo>
                  <a:cubicBezTo>
                    <a:pt x="129" y="190"/>
                    <a:pt x="202" y="244"/>
                    <a:pt x="274" y="316"/>
                  </a:cubicBezTo>
                  <a:cubicBezTo>
                    <a:pt x="396" y="377"/>
                    <a:pt x="487" y="438"/>
                    <a:pt x="609" y="499"/>
                  </a:cubicBezTo>
                  <a:cubicBezTo>
                    <a:pt x="670" y="529"/>
                    <a:pt x="761" y="560"/>
                    <a:pt x="822" y="590"/>
                  </a:cubicBezTo>
                  <a:cubicBezTo>
                    <a:pt x="882" y="590"/>
                    <a:pt x="913" y="590"/>
                    <a:pt x="974" y="560"/>
                  </a:cubicBezTo>
                  <a:cubicBezTo>
                    <a:pt x="1004" y="529"/>
                    <a:pt x="1034" y="468"/>
                    <a:pt x="1034" y="438"/>
                  </a:cubicBezTo>
                  <a:cubicBezTo>
                    <a:pt x="928" y="173"/>
                    <a:pt x="684" y="1"/>
                    <a:pt x="4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/>
            <p:cNvSpPr/>
            <p:nvPr/>
          </p:nvSpPr>
          <p:spPr>
            <a:xfrm>
              <a:off x="1255600" y="4646950"/>
              <a:ext cx="9900" cy="19075"/>
            </a:xfrm>
            <a:custGeom>
              <a:avLst/>
              <a:gdLst/>
              <a:ahLst/>
              <a:cxnLst/>
              <a:rect l="l" t="t" r="r" b="b"/>
              <a:pathLst>
                <a:path w="396" h="763" extrusionOk="0">
                  <a:moveTo>
                    <a:pt x="212" y="0"/>
                  </a:moveTo>
                  <a:cubicBezTo>
                    <a:pt x="167" y="0"/>
                    <a:pt x="130" y="26"/>
                    <a:pt x="92" y="64"/>
                  </a:cubicBezTo>
                  <a:cubicBezTo>
                    <a:pt x="62" y="125"/>
                    <a:pt x="31" y="155"/>
                    <a:pt x="31" y="216"/>
                  </a:cubicBezTo>
                  <a:cubicBezTo>
                    <a:pt x="1" y="307"/>
                    <a:pt x="1" y="398"/>
                    <a:pt x="1" y="489"/>
                  </a:cubicBezTo>
                  <a:cubicBezTo>
                    <a:pt x="1" y="581"/>
                    <a:pt x="31" y="672"/>
                    <a:pt x="62" y="733"/>
                  </a:cubicBezTo>
                  <a:lnTo>
                    <a:pt x="62" y="489"/>
                  </a:lnTo>
                  <a:cubicBezTo>
                    <a:pt x="62" y="398"/>
                    <a:pt x="62" y="337"/>
                    <a:pt x="92" y="246"/>
                  </a:cubicBezTo>
                  <a:cubicBezTo>
                    <a:pt x="92" y="172"/>
                    <a:pt x="152" y="78"/>
                    <a:pt x="207" y="78"/>
                  </a:cubicBezTo>
                  <a:cubicBezTo>
                    <a:pt x="220" y="78"/>
                    <a:pt x="233" y="83"/>
                    <a:pt x="244" y="94"/>
                  </a:cubicBezTo>
                  <a:cubicBezTo>
                    <a:pt x="305" y="155"/>
                    <a:pt x="335" y="246"/>
                    <a:pt x="335" y="337"/>
                  </a:cubicBezTo>
                  <a:cubicBezTo>
                    <a:pt x="305" y="429"/>
                    <a:pt x="274" y="520"/>
                    <a:pt x="244" y="581"/>
                  </a:cubicBezTo>
                  <a:cubicBezTo>
                    <a:pt x="183" y="641"/>
                    <a:pt x="122" y="702"/>
                    <a:pt x="62" y="763"/>
                  </a:cubicBezTo>
                  <a:cubicBezTo>
                    <a:pt x="62" y="763"/>
                    <a:pt x="183" y="733"/>
                    <a:pt x="274" y="611"/>
                  </a:cubicBezTo>
                  <a:cubicBezTo>
                    <a:pt x="335" y="550"/>
                    <a:pt x="366" y="459"/>
                    <a:pt x="396" y="368"/>
                  </a:cubicBezTo>
                  <a:cubicBezTo>
                    <a:pt x="396" y="246"/>
                    <a:pt x="366" y="125"/>
                    <a:pt x="305" y="33"/>
                  </a:cubicBezTo>
                  <a:cubicBezTo>
                    <a:pt x="270" y="10"/>
                    <a:pt x="240" y="0"/>
                    <a:pt x="2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>
              <a:off x="1155300" y="4556600"/>
              <a:ext cx="22825" cy="62325"/>
            </a:xfrm>
            <a:custGeom>
              <a:avLst/>
              <a:gdLst/>
              <a:ahLst/>
              <a:cxnLst/>
              <a:rect l="l" t="t" r="r" b="b"/>
              <a:pathLst>
                <a:path w="913" h="2493" extrusionOk="0">
                  <a:moveTo>
                    <a:pt x="1" y="0"/>
                  </a:moveTo>
                  <a:cubicBezTo>
                    <a:pt x="1" y="0"/>
                    <a:pt x="122" y="122"/>
                    <a:pt x="305" y="304"/>
                  </a:cubicBezTo>
                  <a:cubicBezTo>
                    <a:pt x="730" y="821"/>
                    <a:pt x="821" y="1520"/>
                    <a:pt x="548" y="2128"/>
                  </a:cubicBezTo>
                  <a:cubicBezTo>
                    <a:pt x="487" y="2249"/>
                    <a:pt x="426" y="2371"/>
                    <a:pt x="365" y="2492"/>
                  </a:cubicBezTo>
                  <a:cubicBezTo>
                    <a:pt x="365" y="2492"/>
                    <a:pt x="396" y="2462"/>
                    <a:pt x="426" y="2401"/>
                  </a:cubicBezTo>
                  <a:cubicBezTo>
                    <a:pt x="487" y="2310"/>
                    <a:pt x="548" y="2249"/>
                    <a:pt x="609" y="2158"/>
                  </a:cubicBezTo>
                  <a:cubicBezTo>
                    <a:pt x="912" y="1520"/>
                    <a:pt x="791" y="790"/>
                    <a:pt x="335" y="274"/>
                  </a:cubicBezTo>
                  <a:cubicBezTo>
                    <a:pt x="274" y="182"/>
                    <a:pt x="183" y="122"/>
                    <a:pt x="122" y="61"/>
                  </a:cubicBezTo>
                  <a:cubicBezTo>
                    <a:pt x="61" y="3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/>
            <p:cNvSpPr/>
            <p:nvPr/>
          </p:nvSpPr>
          <p:spPr>
            <a:xfrm>
              <a:off x="1165950" y="4525425"/>
              <a:ext cx="39525" cy="40300"/>
            </a:xfrm>
            <a:custGeom>
              <a:avLst/>
              <a:gdLst/>
              <a:ahLst/>
              <a:cxnLst/>
              <a:rect l="l" t="t" r="r" b="b"/>
              <a:pathLst>
                <a:path w="1581" h="1612" extrusionOk="0">
                  <a:moveTo>
                    <a:pt x="1581" y="1"/>
                  </a:moveTo>
                  <a:lnTo>
                    <a:pt x="1581" y="1"/>
                  </a:lnTo>
                  <a:cubicBezTo>
                    <a:pt x="1277" y="244"/>
                    <a:pt x="1003" y="487"/>
                    <a:pt x="760" y="761"/>
                  </a:cubicBezTo>
                  <a:cubicBezTo>
                    <a:pt x="486" y="1034"/>
                    <a:pt x="243" y="1308"/>
                    <a:pt x="0" y="1612"/>
                  </a:cubicBezTo>
                  <a:cubicBezTo>
                    <a:pt x="274" y="1369"/>
                    <a:pt x="547" y="1095"/>
                    <a:pt x="821" y="821"/>
                  </a:cubicBezTo>
                  <a:cubicBezTo>
                    <a:pt x="1064" y="548"/>
                    <a:pt x="1338" y="274"/>
                    <a:pt x="15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/>
            <p:cNvSpPr/>
            <p:nvPr/>
          </p:nvSpPr>
          <p:spPr>
            <a:xfrm>
              <a:off x="1185700" y="4621950"/>
              <a:ext cx="28900" cy="27375"/>
            </a:xfrm>
            <a:custGeom>
              <a:avLst/>
              <a:gdLst/>
              <a:ahLst/>
              <a:cxnLst/>
              <a:rect l="l" t="t" r="r" b="b"/>
              <a:pathLst>
                <a:path w="1156" h="1095" extrusionOk="0">
                  <a:moveTo>
                    <a:pt x="0" y="0"/>
                  </a:moveTo>
                  <a:cubicBezTo>
                    <a:pt x="152" y="213"/>
                    <a:pt x="335" y="426"/>
                    <a:pt x="517" y="608"/>
                  </a:cubicBezTo>
                  <a:cubicBezTo>
                    <a:pt x="730" y="790"/>
                    <a:pt x="912" y="973"/>
                    <a:pt x="1155" y="1094"/>
                  </a:cubicBezTo>
                  <a:cubicBezTo>
                    <a:pt x="1155" y="1094"/>
                    <a:pt x="882" y="851"/>
                    <a:pt x="578" y="547"/>
                  </a:cubicBezTo>
                  <a:cubicBezTo>
                    <a:pt x="244" y="243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/>
            <p:cNvSpPr/>
            <p:nvPr/>
          </p:nvSpPr>
          <p:spPr>
            <a:xfrm>
              <a:off x="1162900" y="4602950"/>
              <a:ext cx="3825" cy="8375"/>
            </a:xfrm>
            <a:custGeom>
              <a:avLst/>
              <a:gdLst/>
              <a:ahLst/>
              <a:cxnLst/>
              <a:rect l="l" t="t" r="r" b="b"/>
              <a:pathLst>
                <a:path w="153" h="335" extrusionOk="0">
                  <a:moveTo>
                    <a:pt x="122" y="0"/>
                  </a:moveTo>
                  <a:cubicBezTo>
                    <a:pt x="122" y="0"/>
                    <a:pt x="92" y="91"/>
                    <a:pt x="61" y="152"/>
                  </a:cubicBezTo>
                  <a:cubicBezTo>
                    <a:pt x="31" y="243"/>
                    <a:pt x="1" y="304"/>
                    <a:pt x="31" y="334"/>
                  </a:cubicBezTo>
                  <a:cubicBezTo>
                    <a:pt x="31" y="334"/>
                    <a:pt x="92" y="274"/>
                    <a:pt x="122" y="183"/>
                  </a:cubicBezTo>
                  <a:cubicBezTo>
                    <a:pt x="153" y="9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/>
            <p:cNvSpPr/>
            <p:nvPr/>
          </p:nvSpPr>
          <p:spPr>
            <a:xfrm>
              <a:off x="1166700" y="4586975"/>
              <a:ext cx="1550" cy="7625"/>
            </a:xfrm>
            <a:custGeom>
              <a:avLst/>
              <a:gdLst/>
              <a:ahLst/>
              <a:cxnLst/>
              <a:rect l="l" t="t" r="r" b="b"/>
              <a:pathLst>
                <a:path w="62" h="305" extrusionOk="0">
                  <a:moveTo>
                    <a:pt x="31" y="1"/>
                  </a:moveTo>
                  <a:cubicBezTo>
                    <a:pt x="31" y="1"/>
                    <a:pt x="1" y="62"/>
                    <a:pt x="1" y="153"/>
                  </a:cubicBezTo>
                  <a:cubicBezTo>
                    <a:pt x="1" y="214"/>
                    <a:pt x="1" y="305"/>
                    <a:pt x="31" y="305"/>
                  </a:cubicBezTo>
                  <a:cubicBezTo>
                    <a:pt x="61" y="305"/>
                    <a:pt x="61" y="214"/>
                    <a:pt x="61" y="153"/>
                  </a:cubicBezTo>
                  <a:cubicBezTo>
                    <a:pt x="61" y="6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/>
            <p:cNvSpPr/>
            <p:nvPr/>
          </p:nvSpPr>
          <p:spPr>
            <a:xfrm>
              <a:off x="1160625" y="4572550"/>
              <a:ext cx="5350" cy="7625"/>
            </a:xfrm>
            <a:custGeom>
              <a:avLst/>
              <a:gdLst/>
              <a:ahLst/>
              <a:cxnLst/>
              <a:rect l="l" t="t" r="r" b="b"/>
              <a:pathLst>
                <a:path w="214" h="305" extrusionOk="0">
                  <a:moveTo>
                    <a:pt x="0" y="0"/>
                  </a:moveTo>
                  <a:cubicBezTo>
                    <a:pt x="0" y="0"/>
                    <a:pt x="61" y="61"/>
                    <a:pt x="92" y="152"/>
                  </a:cubicBezTo>
                  <a:cubicBezTo>
                    <a:pt x="122" y="243"/>
                    <a:pt x="152" y="304"/>
                    <a:pt x="152" y="304"/>
                  </a:cubicBezTo>
                  <a:cubicBezTo>
                    <a:pt x="183" y="304"/>
                    <a:pt x="213" y="213"/>
                    <a:pt x="152" y="122"/>
                  </a:cubicBezTo>
                  <a:cubicBezTo>
                    <a:pt x="122" y="31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/>
            <p:cNvSpPr/>
            <p:nvPr/>
          </p:nvSpPr>
          <p:spPr>
            <a:xfrm>
              <a:off x="1155300" y="4563425"/>
              <a:ext cx="2300" cy="4125"/>
            </a:xfrm>
            <a:custGeom>
              <a:avLst/>
              <a:gdLst/>
              <a:ahLst/>
              <a:cxnLst/>
              <a:rect l="l" t="t" r="r" b="b"/>
              <a:pathLst>
                <a:path w="92" h="165" extrusionOk="0">
                  <a:moveTo>
                    <a:pt x="1" y="1"/>
                  </a:moveTo>
                  <a:lnTo>
                    <a:pt x="1" y="92"/>
                  </a:lnTo>
                  <a:cubicBezTo>
                    <a:pt x="1" y="136"/>
                    <a:pt x="33" y="164"/>
                    <a:pt x="51" y="164"/>
                  </a:cubicBezTo>
                  <a:cubicBezTo>
                    <a:pt x="57" y="164"/>
                    <a:pt x="61" y="161"/>
                    <a:pt x="61" y="153"/>
                  </a:cubicBezTo>
                  <a:cubicBezTo>
                    <a:pt x="92" y="153"/>
                    <a:pt x="61" y="122"/>
                    <a:pt x="61" y="61"/>
                  </a:cubicBezTo>
                  <a:cubicBezTo>
                    <a:pt x="61" y="3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/>
            <p:cNvSpPr/>
            <p:nvPr/>
          </p:nvSpPr>
          <p:spPr>
            <a:xfrm>
              <a:off x="2036775" y="4688050"/>
              <a:ext cx="257625" cy="112350"/>
            </a:xfrm>
            <a:custGeom>
              <a:avLst/>
              <a:gdLst/>
              <a:ahLst/>
              <a:cxnLst/>
              <a:rect l="l" t="t" r="r" b="b"/>
              <a:pathLst>
                <a:path w="10305" h="4494" extrusionOk="0">
                  <a:moveTo>
                    <a:pt x="5502" y="0"/>
                  </a:moveTo>
                  <a:lnTo>
                    <a:pt x="1" y="152"/>
                  </a:lnTo>
                  <a:lnTo>
                    <a:pt x="122" y="4469"/>
                  </a:lnTo>
                  <a:lnTo>
                    <a:pt x="457" y="4469"/>
                  </a:lnTo>
                  <a:cubicBezTo>
                    <a:pt x="986" y="4479"/>
                    <a:pt x="2082" y="4493"/>
                    <a:pt x="3328" y="4493"/>
                  </a:cubicBezTo>
                  <a:cubicBezTo>
                    <a:pt x="5663" y="4493"/>
                    <a:pt x="8526" y="4443"/>
                    <a:pt x="9180" y="4225"/>
                  </a:cubicBezTo>
                  <a:cubicBezTo>
                    <a:pt x="10305" y="3861"/>
                    <a:pt x="5624" y="2949"/>
                    <a:pt x="5624" y="2949"/>
                  </a:cubicBezTo>
                  <a:lnTo>
                    <a:pt x="550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/>
            <p:cNvSpPr/>
            <p:nvPr/>
          </p:nvSpPr>
          <p:spPr>
            <a:xfrm>
              <a:off x="2038300" y="4759150"/>
              <a:ext cx="50925" cy="38350"/>
            </a:xfrm>
            <a:custGeom>
              <a:avLst/>
              <a:gdLst/>
              <a:ahLst/>
              <a:cxnLst/>
              <a:rect l="l" t="t" r="r" b="b"/>
              <a:pathLst>
                <a:path w="2037" h="1534" extrusionOk="0">
                  <a:moveTo>
                    <a:pt x="204" y="0"/>
                  </a:moveTo>
                  <a:cubicBezTo>
                    <a:pt x="136" y="0"/>
                    <a:pt x="68" y="5"/>
                    <a:pt x="0" y="14"/>
                  </a:cubicBezTo>
                  <a:lnTo>
                    <a:pt x="61" y="1533"/>
                  </a:lnTo>
                  <a:lnTo>
                    <a:pt x="2037" y="1533"/>
                  </a:lnTo>
                  <a:cubicBezTo>
                    <a:pt x="1946" y="1047"/>
                    <a:pt x="1672" y="652"/>
                    <a:pt x="1307" y="378"/>
                  </a:cubicBezTo>
                  <a:cubicBezTo>
                    <a:pt x="996" y="145"/>
                    <a:pt x="597" y="0"/>
                    <a:pt x="20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2039825" y="4774675"/>
              <a:ext cx="236350" cy="26600"/>
            </a:xfrm>
            <a:custGeom>
              <a:avLst/>
              <a:gdLst/>
              <a:ahLst/>
              <a:cxnLst/>
              <a:rect l="l" t="t" r="r" b="b"/>
              <a:pathLst>
                <a:path w="9454" h="1064" extrusionOk="0">
                  <a:moveTo>
                    <a:pt x="7782" y="1"/>
                  </a:moveTo>
                  <a:cubicBezTo>
                    <a:pt x="7478" y="31"/>
                    <a:pt x="7356" y="730"/>
                    <a:pt x="7356" y="730"/>
                  </a:cubicBezTo>
                  <a:lnTo>
                    <a:pt x="0" y="882"/>
                  </a:lnTo>
                  <a:lnTo>
                    <a:pt x="0" y="1004"/>
                  </a:lnTo>
                  <a:cubicBezTo>
                    <a:pt x="741" y="1044"/>
                    <a:pt x="1736" y="1063"/>
                    <a:pt x="2798" y="1063"/>
                  </a:cubicBezTo>
                  <a:cubicBezTo>
                    <a:pt x="5699" y="1063"/>
                    <a:pt x="9107" y="922"/>
                    <a:pt x="9241" y="700"/>
                  </a:cubicBezTo>
                  <a:cubicBezTo>
                    <a:pt x="9453" y="426"/>
                    <a:pt x="7782" y="1"/>
                    <a:pt x="77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2036775" y="4789875"/>
              <a:ext cx="224950" cy="6850"/>
            </a:xfrm>
            <a:custGeom>
              <a:avLst/>
              <a:gdLst/>
              <a:ahLst/>
              <a:cxnLst/>
              <a:rect l="l" t="t" r="r" b="b"/>
              <a:pathLst>
                <a:path w="8998" h="274" extrusionOk="0">
                  <a:moveTo>
                    <a:pt x="8998" y="0"/>
                  </a:moveTo>
                  <a:lnTo>
                    <a:pt x="7995" y="31"/>
                  </a:lnTo>
                  <a:cubicBezTo>
                    <a:pt x="7144" y="92"/>
                    <a:pt x="5989" y="122"/>
                    <a:pt x="4682" y="152"/>
                  </a:cubicBezTo>
                  <a:cubicBezTo>
                    <a:pt x="3405" y="213"/>
                    <a:pt x="2250" y="213"/>
                    <a:pt x="1399" y="213"/>
                  </a:cubicBezTo>
                  <a:lnTo>
                    <a:pt x="1" y="213"/>
                  </a:lnTo>
                  <a:lnTo>
                    <a:pt x="31" y="274"/>
                  </a:lnTo>
                  <a:lnTo>
                    <a:pt x="1399" y="274"/>
                  </a:lnTo>
                  <a:cubicBezTo>
                    <a:pt x="2250" y="274"/>
                    <a:pt x="3405" y="274"/>
                    <a:pt x="4712" y="244"/>
                  </a:cubicBezTo>
                  <a:cubicBezTo>
                    <a:pt x="5989" y="183"/>
                    <a:pt x="7144" y="122"/>
                    <a:pt x="7995" y="92"/>
                  </a:cubicBezTo>
                  <a:lnTo>
                    <a:pt x="89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2222950" y="4773925"/>
              <a:ext cx="12950" cy="21300"/>
            </a:xfrm>
            <a:custGeom>
              <a:avLst/>
              <a:gdLst/>
              <a:ahLst/>
              <a:cxnLst/>
              <a:rect l="l" t="t" r="r" b="b"/>
              <a:pathLst>
                <a:path w="518" h="852" extrusionOk="0">
                  <a:moveTo>
                    <a:pt x="517" y="0"/>
                  </a:moveTo>
                  <a:cubicBezTo>
                    <a:pt x="335" y="61"/>
                    <a:pt x="213" y="183"/>
                    <a:pt x="153" y="365"/>
                  </a:cubicBezTo>
                  <a:cubicBezTo>
                    <a:pt x="31" y="517"/>
                    <a:pt x="1" y="669"/>
                    <a:pt x="31" y="851"/>
                  </a:cubicBezTo>
                  <a:cubicBezTo>
                    <a:pt x="61" y="669"/>
                    <a:pt x="122" y="517"/>
                    <a:pt x="183" y="365"/>
                  </a:cubicBezTo>
                  <a:cubicBezTo>
                    <a:pt x="274" y="213"/>
                    <a:pt x="396" y="91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2181150" y="4764050"/>
              <a:ext cx="7625" cy="11400"/>
            </a:xfrm>
            <a:custGeom>
              <a:avLst/>
              <a:gdLst/>
              <a:ahLst/>
              <a:cxnLst/>
              <a:rect l="l" t="t" r="r" b="b"/>
              <a:pathLst>
                <a:path w="305" h="456" extrusionOk="0">
                  <a:moveTo>
                    <a:pt x="305" y="0"/>
                  </a:moveTo>
                  <a:cubicBezTo>
                    <a:pt x="305" y="0"/>
                    <a:pt x="214" y="91"/>
                    <a:pt x="122" y="213"/>
                  </a:cubicBezTo>
                  <a:cubicBezTo>
                    <a:pt x="62" y="334"/>
                    <a:pt x="1" y="456"/>
                    <a:pt x="31" y="456"/>
                  </a:cubicBezTo>
                  <a:cubicBezTo>
                    <a:pt x="31" y="456"/>
                    <a:pt x="122" y="365"/>
                    <a:pt x="183" y="243"/>
                  </a:cubicBezTo>
                  <a:cubicBezTo>
                    <a:pt x="244" y="182"/>
                    <a:pt x="274" y="91"/>
                    <a:pt x="3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3"/>
            <p:cNvSpPr/>
            <p:nvPr/>
          </p:nvSpPr>
          <p:spPr>
            <a:xfrm>
              <a:off x="2170525" y="4761750"/>
              <a:ext cx="8375" cy="8400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335" y="1"/>
                  </a:moveTo>
                  <a:cubicBezTo>
                    <a:pt x="335" y="1"/>
                    <a:pt x="243" y="62"/>
                    <a:pt x="152" y="153"/>
                  </a:cubicBezTo>
                  <a:cubicBezTo>
                    <a:pt x="61" y="244"/>
                    <a:pt x="0" y="305"/>
                    <a:pt x="0" y="335"/>
                  </a:cubicBezTo>
                  <a:cubicBezTo>
                    <a:pt x="0" y="335"/>
                    <a:pt x="91" y="274"/>
                    <a:pt x="183" y="183"/>
                  </a:cubicBezTo>
                  <a:cubicBezTo>
                    <a:pt x="274" y="92"/>
                    <a:pt x="335" y="31"/>
                    <a:pt x="3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/>
            <p:cNvSpPr/>
            <p:nvPr/>
          </p:nvSpPr>
          <p:spPr>
            <a:xfrm>
              <a:off x="2162925" y="4756125"/>
              <a:ext cx="14450" cy="1850"/>
            </a:xfrm>
            <a:custGeom>
              <a:avLst/>
              <a:gdLst/>
              <a:ahLst/>
              <a:cxnLst/>
              <a:rect l="l" t="t" r="r" b="b"/>
              <a:pathLst>
                <a:path w="578" h="74" extrusionOk="0">
                  <a:moveTo>
                    <a:pt x="205" y="0"/>
                  </a:moveTo>
                  <a:cubicBezTo>
                    <a:pt x="129" y="0"/>
                    <a:pt x="65" y="22"/>
                    <a:pt x="0" y="43"/>
                  </a:cubicBezTo>
                  <a:cubicBezTo>
                    <a:pt x="92" y="74"/>
                    <a:pt x="183" y="74"/>
                    <a:pt x="304" y="74"/>
                  </a:cubicBezTo>
                  <a:cubicBezTo>
                    <a:pt x="395" y="74"/>
                    <a:pt x="487" y="74"/>
                    <a:pt x="578" y="43"/>
                  </a:cubicBezTo>
                  <a:cubicBezTo>
                    <a:pt x="513" y="22"/>
                    <a:pt x="449" y="0"/>
                    <a:pt x="384" y="0"/>
                  </a:cubicBezTo>
                  <a:cubicBezTo>
                    <a:pt x="358" y="0"/>
                    <a:pt x="331" y="4"/>
                    <a:pt x="304" y="13"/>
                  </a:cubicBezTo>
                  <a:cubicBezTo>
                    <a:pt x="269" y="4"/>
                    <a:pt x="236" y="0"/>
                    <a:pt x="2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2160650" y="4748075"/>
              <a:ext cx="15975" cy="2175"/>
            </a:xfrm>
            <a:custGeom>
              <a:avLst/>
              <a:gdLst/>
              <a:ahLst/>
              <a:cxnLst/>
              <a:rect l="l" t="t" r="r" b="b"/>
              <a:pathLst>
                <a:path w="639" h="87" extrusionOk="0">
                  <a:moveTo>
                    <a:pt x="0" y="1"/>
                  </a:moveTo>
                  <a:cubicBezTo>
                    <a:pt x="106" y="54"/>
                    <a:pt x="233" y="86"/>
                    <a:pt x="362" y="86"/>
                  </a:cubicBezTo>
                  <a:cubicBezTo>
                    <a:pt x="455" y="86"/>
                    <a:pt x="549" y="69"/>
                    <a:pt x="638" y="31"/>
                  </a:cubicBezTo>
                  <a:lnTo>
                    <a:pt x="304" y="31"/>
                  </a:lnTo>
                  <a:cubicBezTo>
                    <a:pt x="213" y="1"/>
                    <a:pt x="91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/>
            <p:cNvSpPr/>
            <p:nvPr/>
          </p:nvSpPr>
          <p:spPr>
            <a:xfrm>
              <a:off x="2186125" y="4750800"/>
              <a:ext cx="26225" cy="15550"/>
            </a:xfrm>
            <a:custGeom>
              <a:avLst/>
              <a:gdLst/>
              <a:ahLst/>
              <a:cxnLst/>
              <a:rect l="l" t="t" r="r" b="b"/>
              <a:pathLst>
                <a:path w="1049" h="622" extrusionOk="0">
                  <a:moveTo>
                    <a:pt x="733" y="59"/>
                  </a:moveTo>
                  <a:cubicBezTo>
                    <a:pt x="805" y="59"/>
                    <a:pt x="881" y="74"/>
                    <a:pt x="957" y="104"/>
                  </a:cubicBezTo>
                  <a:cubicBezTo>
                    <a:pt x="987" y="165"/>
                    <a:pt x="987" y="226"/>
                    <a:pt x="926" y="256"/>
                  </a:cubicBezTo>
                  <a:cubicBezTo>
                    <a:pt x="866" y="287"/>
                    <a:pt x="774" y="317"/>
                    <a:pt x="714" y="348"/>
                  </a:cubicBezTo>
                  <a:cubicBezTo>
                    <a:pt x="592" y="408"/>
                    <a:pt x="471" y="439"/>
                    <a:pt x="349" y="469"/>
                  </a:cubicBezTo>
                  <a:cubicBezTo>
                    <a:pt x="259" y="482"/>
                    <a:pt x="181" y="489"/>
                    <a:pt x="122" y="494"/>
                  </a:cubicBezTo>
                  <a:lnTo>
                    <a:pt x="122" y="494"/>
                  </a:lnTo>
                  <a:cubicBezTo>
                    <a:pt x="152" y="430"/>
                    <a:pt x="190" y="374"/>
                    <a:pt x="227" y="317"/>
                  </a:cubicBezTo>
                  <a:cubicBezTo>
                    <a:pt x="288" y="226"/>
                    <a:pt x="410" y="135"/>
                    <a:pt x="531" y="104"/>
                  </a:cubicBezTo>
                  <a:cubicBezTo>
                    <a:pt x="592" y="74"/>
                    <a:pt x="660" y="59"/>
                    <a:pt x="733" y="59"/>
                  </a:cubicBezTo>
                  <a:close/>
                  <a:moveTo>
                    <a:pt x="687" y="1"/>
                  </a:moveTo>
                  <a:cubicBezTo>
                    <a:pt x="482" y="1"/>
                    <a:pt x="290" y="102"/>
                    <a:pt x="167" y="287"/>
                  </a:cubicBezTo>
                  <a:cubicBezTo>
                    <a:pt x="140" y="340"/>
                    <a:pt x="90" y="417"/>
                    <a:pt x="78" y="497"/>
                  </a:cubicBezTo>
                  <a:lnTo>
                    <a:pt x="78" y="497"/>
                  </a:lnTo>
                  <a:cubicBezTo>
                    <a:pt x="26" y="500"/>
                    <a:pt x="0" y="500"/>
                    <a:pt x="15" y="500"/>
                  </a:cubicBezTo>
                  <a:cubicBezTo>
                    <a:pt x="34" y="506"/>
                    <a:pt x="54" y="511"/>
                    <a:pt x="76" y="515"/>
                  </a:cubicBezTo>
                  <a:lnTo>
                    <a:pt x="76" y="515"/>
                  </a:lnTo>
                  <a:cubicBezTo>
                    <a:pt x="76" y="520"/>
                    <a:pt x="75" y="525"/>
                    <a:pt x="75" y="530"/>
                  </a:cubicBezTo>
                  <a:cubicBezTo>
                    <a:pt x="75" y="560"/>
                    <a:pt x="75" y="591"/>
                    <a:pt x="75" y="621"/>
                  </a:cubicBezTo>
                  <a:cubicBezTo>
                    <a:pt x="84" y="585"/>
                    <a:pt x="96" y="551"/>
                    <a:pt x="110" y="519"/>
                  </a:cubicBezTo>
                  <a:lnTo>
                    <a:pt x="110" y="519"/>
                  </a:lnTo>
                  <a:cubicBezTo>
                    <a:pt x="130" y="521"/>
                    <a:pt x="150" y="522"/>
                    <a:pt x="170" y="522"/>
                  </a:cubicBezTo>
                  <a:cubicBezTo>
                    <a:pt x="227" y="522"/>
                    <a:pt x="288" y="515"/>
                    <a:pt x="349" y="500"/>
                  </a:cubicBezTo>
                  <a:cubicBezTo>
                    <a:pt x="471" y="500"/>
                    <a:pt x="622" y="469"/>
                    <a:pt x="744" y="408"/>
                  </a:cubicBezTo>
                  <a:cubicBezTo>
                    <a:pt x="805" y="378"/>
                    <a:pt x="866" y="348"/>
                    <a:pt x="957" y="317"/>
                  </a:cubicBezTo>
                  <a:cubicBezTo>
                    <a:pt x="987" y="287"/>
                    <a:pt x="1018" y="256"/>
                    <a:pt x="1048" y="196"/>
                  </a:cubicBezTo>
                  <a:cubicBezTo>
                    <a:pt x="1048" y="165"/>
                    <a:pt x="1018" y="104"/>
                    <a:pt x="987" y="74"/>
                  </a:cubicBezTo>
                  <a:cubicBezTo>
                    <a:pt x="888" y="25"/>
                    <a:pt x="786" y="1"/>
                    <a:pt x="6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3"/>
            <p:cNvSpPr/>
            <p:nvPr/>
          </p:nvSpPr>
          <p:spPr>
            <a:xfrm>
              <a:off x="2175850" y="4747325"/>
              <a:ext cx="13700" cy="16725"/>
            </a:xfrm>
            <a:custGeom>
              <a:avLst/>
              <a:gdLst/>
              <a:ahLst/>
              <a:cxnLst/>
              <a:rect l="l" t="t" r="r" b="b"/>
              <a:pathLst>
                <a:path w="548" h="669" extrusionOk="0">
                  <a:moveTo>
                    <a:pt x="122" y="0"/>
                  </a:moveTo>
                  <a:cubicBezTo>
                    <a:pt x="61" y="0"/>
                    <a:pt x="0" y="91"/>
                    <a:pt x="30" y="152"/>
                  </a:cubicBezTo>
                  <a:cubicBezTo>
                    <a:pt x="30" y="213"/>
                    <a:pt x="61" y="274"/>
                    <a:pt x="91" y="304"/>
                  </a:cubicBezTo>
                  <a:cubicBezTo>
                    <a:pt x="152" y="395"/>
                    <a:pt x="213" y="456"/>
                    <a:pt x="274" y="517"/>
                  </a:cubicBezTo>
                  <a:cubicBezTo>
                    <a:pt x="334" y="578"/>
                    <a:pt x="395" y="639"/>
                    <a:pt x="456" y="669"/>
                  </a:cubicBezTo>
                  <a:cubicBezTo>
                    <a:pt x="456" y="669"/>
                    <a:pt x="395" y="608"/>
                    <a:pt x="304" y="487"/>
                  </a:cubicBezTo>
                  <a:cubicBezTo>
                    <a:pt x="243" y="426"/>
                    <a:pt x="182" y="365"/>
                    <a:pt x="152" y="274"/>
                  </a:cubicBezTo>
                  <a:cubicBezTo>
                    <a:pt x="91" y="213"/>
                    <a:pt x="61" y="91"/>
                    <a:pt x="152" y="61"/>
                  </a:cubicBezTo>
                  <a:cubicBezTo>
                    <a:pt x="243" y="61"/>
                    <a:pt x="334" y="122"/>
                    <a:pt x="395" y="213"/>
                  </a:cubicBezTo>
                  <a:cubicBezTo>
                    <a:pt x="426" y="274"/>
                    <a:pt x="456" y="335"/>
                    <a:pt x="486" y="426"/>
                  </a:cubicBezTo>
                  <a:cubicBezTo>
                    <a:pt x="517" y="517"/>
                    <a:pt x="517" y="578"/>
                    <a:pt x="517" y="669"/>
                  </a:cubicBezTo>
                  <a:cubicBezTo>
                    <a:pt x="547" y="578"/>
                    <a:pt x="547" y="517"/>
                    <a:pt x="547" y="426"/>
                  </a:cubicBezTo>
                  <a:cubicBezTo>
                    <a:pt x="517" y="335"/>
                    <a:pt x="486" y="243"/>
                    <a:pt x="426" y="183"/>
                  </a:cubicBezTo>
                  <a:cubicBezTo>
                    <a:pt x="365" y="61"/>
                    <a:pt x="24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>
              <a:off x="2039050" y="4757200"/>
              <a:ext cx="50175" cy="38775"/>
            </a:xfrm>
            <a:custGeom>
              <a:avLst/>
              <a:gdLst/>
              <a:ahLst/>
              <a:cxnLst/>
              <a:rect l="l" t="t" r="r" b="b"/>
              <a:pathLst>
                <a:path w="2007" h="1551" extrusionOk="0">
                  <a:moveTo>
                    <a:pt x="122" y="0"/>
                  </a:moveTo>
                  <a:cubicBezTo>
                    <a:pt x="62" y="0"/>
                    <a:pt x="31" y="31"/>
                    <a:pt x="1" y="61"/>
                  </a:cubicBezTo>
                  <a:cubicBezTo>
                    <a:pt x="1" y="61"/>
                    <a:pt x="68" y="48"/>
                    <a:pt x="194" y="48"/>
                  </a:cubicBezTo>
                  <a:cubicBezTo>
                    <a:pt x="257" y="48"/>
                    <a:pt x="335" y="51"/>
                    <a:pt x="426" y="61"/>
                  </a:cubicBezTo>
                  <a:cubicBezTo>
                    <a:pt x="730" y="92"/>
                    <a:pt x="1034" y="213"/>
                    <a:pt x="1308" y="396"/>
                  </a:cubicBezTo>
                  <a:cubicBezTo>
                    <a:pt x="1581" y="608"/>
                    <a:pt x="1764" y="852"/>
                    <a:pt x="1885" y="1155"/>
                  </a:cubicBezTo>
                  <a:cubicBezTo>
                    <a:pt x="1916" y="1277"/>
                    <a:pt x="1977" y="1429"/>
                    <a:pt x="2007" y="1551"/>
                  </a:cubicBezTo>
                  <a:cubicBezTo>
                    <a:pt x="2007" y="1520"/>
                    <a:pt x="2007" y="1459"/>
                    <a:pt x="2007" y="1429"/>
                  </a:cubicBezTo>
                  <a:cubicBezTo>
                    <a:pt x="1977" y="1338"/>
                    <a:pt x="1946" y="1247"/>
                    <a:pt x="1946" y="1125"/>
                  </a:cubicBezTo>
                  <a:cubicBezTo>
                    <a:pt x="1825" y="821"/>
                    <a:pt x="1612" y="548"/>
                    <a:pt x="1338" y="335"/>
                  </a:cubicBezTo>
                  <a:cubicBezTo>
                    <a:pt x="1065" y="122"/>
                    <a:pt x="761" y="0"/>
                    <a:pt x="4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/>
            <p:cNvSpPr/>
            <p:nvPr/>
          </p:nvSpPr>
          <p:spPr>
            <a:xfrm>
              <a:off x="2051225" y="4700975"/>
              <a:ext cx="2300" cy="57000"/>
            </a:xfrm>
            <a:custGeom>
              <a:avLst/>
              <a:gdLst/>
              <a:ahLst/>
              <a:cxnLst/>
              <a:rect l="l" t="t" r="r" b="b"/>
              <a:pathLst>
                <a:path w="92" h="2280" extrusionOk="0">
                  <a:moveTo>
                    <a:pt x="31" y="0"/>
                  </a:moveTo>
                  <a:cubicBezTo>
                    <a:pt x="0" y="395"/>
                    <a:pt x="0" y="760"/>
                    <a:pt x="31" y="1155"/>
                  </a:cubicBezTo>
                  <a:cubicBezTo>
                    <a:pt x="31" y="1520"/>
                    <a:pt x="31" y="1915"/>
                    <a:pt x="61" y="2280"/>
                  </a:cubicBezTo>
                  <a:cubicBezTo>
                    <a:pt x="91" y="1520"/>
                    <a:pt x="91" y="760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/>
            <p:cNvSpPr/>
            <p:nvPr/>
          </p:nvSpPr>
          <p:spPr>
            <a:xfrm>
              <a:off x="2105925" y="4781950"/>
              <a:ext cx="40300" cy="2625"/>
            </a:xfrm>
            <a:custGeom>
              <a:avLst/>
              <a:gdLst/>
              <a:ahLst/>
              <a:cxnLst/>
              <a:rect l="l" t="t" r="r" b="b"/>
              <a:pathLst>
                <a:path w="1612" h="105" extrusionOk="0">
                  <a:moveTo>
                    <a:pt x="1531" y="1"/>
                  </a:moveTo>
                  <a:cubicBezTo>
                    <a:pt x="1405" y="1"/>
                    <a:pt x="1144" y="22"/>
                    <a:pt x="821" y="44"/>
                  </a:cubicBezTo>
                  <a:lnTo>
                    <a:pt x="1" y="44"/>
                  </a:lnTo>
                  <a:cubicBezTo>
                    <a:pt x="274" y="105"/>
                    <a:pt x="548" y="105"/>
                    <a:pt x="821" y="105"/>
                  </a:cubicBezTo>
                  <a:cubicBezTo>
                    <a:pt x="1095" y="105"/>
                    <a:pt x="1368" y="74"/>
                    <a:pt x="1612" y="13"/>
                  </a:cubicBezTo>
                  <a:cubicBezTo>
                    <a:pt x="1612" y="5"/>
                    <a:pt x="1583" y="1"/>
                    <a:pt x="1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/>
            <p:cNvSpPr/>
            <p:nvPr/>
          </p:nvSpPr>
          <p:spPr>
            <a:xfrm>
              <a:off x="2079325" y="4783800"/>
              <a:ext cx="4600" cy="7625"/>
            </a:xfrm>
            <a:custGeom>
              <a:avLst/>
              <a:gdLst/>
              <a:ahLst/>
              <a:cxnLst/>
              <a:rect l="l" t="t" r="r" b="b"/>
              <a:pathLst>
                <a:path w="184" h="305" extrusionOk="0">
                  <a:moveTo>
                    <a:pt x="1" y="0"/>
                  </a:moveTo>
                  <a:cubicBezTo>
                    <a:pt x="1" y="0"/>
                    <a:pt x="31" y="91"/>
                    <a:pt x="62" y="152"/>
                  </a:cubicBezTo>
                  <a:cubicBezTo>
                    <a:pt x="122" y="243"/>
                    <a:pt x="122" y="304"/>
                    <a:pt x="153" y="304"/>
                  </a:cubicBezTo>
                  <a:cubicBezTo>
                    <a:pt x="183" y="304"/>
                    <a:pt x="183" y="213"/>
                    <a:pt x="122" y="122"/>
                  </a:cubicBezTo>
                  <a:cubicBezTo>
                    <a:pt x="92" y="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/>
            <p:cNvSpPr/>
            <p:nvPr/>
          </p:nvSpPr>
          <p:spPr>
            <a:xfrm>
              <a:off x="2068700" y="4771425"/>
              <a:ext cx="5350" cy="5550"/>
            </a:xfrm>
            <a:custGeom>
              <a:avLst/>
              <a:gdLst/>
              <a:ahLst/>
              <a:cxnLst/>
              <a:rect l="l" t="t" r="r" b="b"/>
              <a:pathLst>
                <a:path w="214" h="222" extrusionOk="0">
                  <a:moveTo>
                    <a:pt x="18" y="1"/>
                  </a:moveTo>
                  <a:cubicBezTo>
                    <a:pt x="12" y="1"/>
                    <a:pt x="6" y="3"/>
                    <a:pt x="0" y="9"/>
                  </a:cubicBezTo>
                  <a:cubicBezTo>
                    <a:pt x="0" y="9"/>
                    <a:pt x="31" y="70"/>
                    <a:pt x="91" y="131"/>
                  </a:cubicBezTo>
                  <a:cubicBezTo>
                    <a:pt x="152" y="191"/>
                    <a:pt x="213" y="222"/>
                    <a:pt x="213" y="222"/>
                  </a:cubicBezTo>
                  <a:cubicBezTo>
                    <a:pt x="213" y="191"/>
                    <a:pt x="183" y="131"/>
                    <a:pt x="122" y="70"/>
                  </a:cubicBezTo>
                  <a:cubicBezTo>
                    <a:pt x="73" y="45"/>
                    <a:pt x="43" y="1"/>
                    <a:pt x="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/>
            <p:cNvSpPr/>
            <p:nvPr/>
          </p:nvSpPr>
          <p:spPr>
            <a:xfrm>
              <a:off x="2054250" y="4765250"/>
              <a:ext cx="7625" cy="3375"/>
            </a:xfrm>
            <a:custGeom>
              <a:avLst/>
              <a:gdLst/>
              <a:ahLst/>
              <a:cxnLst/>
              <a:rect l="l" t="t" r="r" b="b"/>
              <a:pathLst>
                <a:path w="305" h="135" extrusionOk="0">
                  <a:moveTo>
                    <a:pt x="92" y="0"/>
                  </a:moveTo>
                  <a:cubicBezTo>
                    <a:pt x="31" y="0"/>
                    <a:pt x="1" y="22"/>
                    <a:pt x="1" y="43"/>
                  </a:cubicBezTo>
                  <a:cubicBezTo>
                    <a:pt x="1" y="43"/>
                    <a:pt x="62" y="43"/>
                    <a:pt x="153" y="74"/>
                  </a:cubicBezTo>
                  <a:cubicBezTo>
                    <a:pt x="214" y="134"/>
                    <a:pt x="305" y="134"/>
                    <a:pt x="305" y="134"/>
                  </a:cubicBezTo>
                  <a:cubicBezTo>
                    <a:pt x="305" y="134"/>
                    <a:pt x="274" y="43"/>
                    <a:pt x="183" y="13"/>
                  </a:cubicBezTo>
                  <a:cubicBezTo>
                    <a:pt x="147" y="4"/>
                    <a:pt x="117" y="0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/>
            <p:cNvSpPr/>
            <p:nvPr/>
          </p:nvSpPr>
          <p:spPr>
            <a:xfrm>
              <a:off x="2043625" y="4763700"/>
              <a:ext cx="4575" cy="2225"/>
            </a:xfrm>
            <a:custGeom>
              <a:avLst/>
              <a:gdLst/>
              <a:ahLst/>
              <a:cxnLst/>
              <a:rect l="l" t="t" r="r" b="b"/>
              <a:pathLst>
                <a:path w="183" h="89" extrusionOk="0">
                  <a:moveTo>
                    <a:pt x="17" y="0"/>
                  </a:moveTo>
                  <a:cubicBezTo>
                    <a:pt x="7" y="0"/>
                    <a:pt x="0" y="4"/>
                    <a:pt x="0" y="14"/>
                  </a:cubicBezTo>
                  <a:cubicBezTo>
                    <a:pt x="0" y="44"/>
                    <a:pt x="31" y="75"/>
                    <a:pt x="61" y="75"/>
                  </a:cubicBezTo>
                  <a:cubicBezTo>
                    <a:pt x="81" y="85"/>
                    <a:pt x="98" y="88"/>
                    <a:pt x="113" y="88"/>
                  </a:cubicBezTo>
                  <a:cubicBezTo>
                    <a:pt x="142" y="88"/>
                    <a:pt x="162" y="75"/>
                    <a:pt x="183" y="75"/>
                  </a:cubicBezTo>
                  <a:cubicBezTo>
                    <a:pt x="183" y="75"/>
                    <a:pt x="152" y="44"/>
                    <a:pt x="91" y="14"/>
                  </a:cubicBezTo>
                  <a:cubicBezTo>
                    <a:pt x="71" y="14"/>
                    <a:pt x="37" y="0"/>
                    <a:pt x="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/>
            <p:cNvSpPr/>
            <p:nvPr/>
          </p:nvSpPr>
          <p:spPr>
            <a:xfrm>
              <a:off x="1131750" y="3450200"/>
              <a:ext cx="712800" cy="1243200"/>
            </a:xfrm>
            <a:custGeom>
              <a:avLst/>
              <a:gdLst/>
              <a:ahLst/>
              <a:cxnLst/>
              <a:rect l="l" t="t" r="r" b="b"/>
              <a:pathLst>
                <a:path w="28512" h="49728" extrusionOk="0">
                  <a:moveTo>
                    <a:pt x="20213" y="0"/>
                  </a:moveTo>
                  <a:lnTo>
                    <a:pt x="16262" y="21399"/>
                  </a:lnTo>
                  <a:lnTo>
                    <a:pt x="0" y="42220"/>
                  </a:lnTo>
                  <a:lnTo>
                    <a:pt x="7356" y="49727"/>
                  </a:lnTo>
                  <a:lnTo>
                    <a:pt x="23587" y="30396"/>
                  </a:lnTo>
                  <a:cubicBezTo>
                    <a:pt x="25016" y="28177"/>
                    <a:pt x="25776" y="25016"/>
                    <a:pt x="26384" y="22462"/>
                  </a:cubicBezTo>
                  <a:lnTo>
                    <a:pt x="28512" y="9362"/>
                  </a:lnTo>
                  <a:lnTo>
                    <a:pt x="202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/>
            <p:cNvSpPr/>
            <p:nvPr/>
          </p:nvSpPr>
          <p:spPr>
            <a:xfrm>
              <a:off x="1504850" y="3272375"/>
              <a:ext cx="750050" cy="1463575"/>
            </a:xfrm>
            <a:custGeom>
              <a:avLst/>
              <a:gdLst/>
              <a:ahLst/>
              <a:cxnLst/>
              <a:rect l="l" t="t" r="r" b="b"/>
              <a:pathLst>
                <a:path w="30002" h="58543" extrusionOk="0">
                  <a:moveTo>
                    <a:pt x="548" y="0"/>
                  </a:moveTo>
                  <a:lnTo>
                    <a:pt x="396" y="1429"/>
                  </a:lnTo>
                  <a:cubicBezTo>
                    <a:pt x="1" y="4712"/>
                    <a:pt x="730" y="8025"/>
                    <a:pt x="2463" y="10852"/>
                  </a:cubicBezTo>
                  <a:cubicBezTo>
                    <a:pt x="2858" y="11460"/>
                    <a:pt x="3253" y="12007"/>
                    <a:pt x="3709" y="12554"/>
                  </a:cubicBezTo>
                  <a:lnTo>
                    <a:pt x="12949" y="32706"/>
                  </a:lnTo>
                  <a:lnTo>
                    <a:pt x="19484" y="58421"/>
                  </a:lnTo>
                  <a:lnTo>
                    <a:pt x="30001" y="58542"/>
                  </a:lnTo>
                  <a:lnTo>
                    <a:pt x="23041" y="30639"/>
                  </a:lnTo>
                  <a:lnTo>
                    <a:pt x="14256" y="246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/>
            <p:cNvSpPr/>
            <p:nvPr/>
          </p:nvSpPr>
          <p:spPr>
            <a:xfrm>
              <a:off x="1662900" y="35481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40" y="0"/>
                    <a:pt x="35" y="1"/>
                    <a:pt x="31" y="3"/>
                  </a:cubicBezTo>
                  <a:cubicBezTo>
                    <a:pt x="1" y="33"/>
                    <a:pt x="62" y="277"/>
                    <a:pt x="214" y="550"/>
                  </a:cubicBezTo>
                  <a:cubicBezTo>
                    <a:pt x="356" y="806"/>
                    <a:pt x="498" y="1009"/>
                    <a:pt x="541" y="1009"/>
                  </a:cubicBezTo>
                  <a:cubicBezTo>
                    <a:pt x="544" y="1009"/>
                    <a:pt x="546" y="1008"/>
                    <a:pt x="548" y="1006"/>
                  </a:cubicBezTo>
                  <a:cubicBezTo>
                    <a:pt x="609" y="976"/>
                    <a:pt x="518" y="733"/>
                    <a:pt x="396" y="459"/>
                  </a:cubicBezTo>
                  <a:cubicBezTo>
                    <a:pt x="254" y="203"/>
                    <a:pt x="112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/>
            <p:cNvSpPr/>
            <p:nvPr/>
          </p:nvSpPr>
          <p:spPr>
            <a:xfrm>
              <a:off x="1688750" y="35990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68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0" y="4"/>
                    <a:pt x="61" y="277"/>
                    <a:pt x="213" y="551"/>
                  </a:cubicBezTo>
                  <a:cubicBezTo>
                    <a:pt x="355" y="807"/>
                    <a:pt x="498" y="1010"/>
                    <a:pt x="540" y="1010"/>
                  </a:cubicBezTo>
                  <a:cubicBezTo>
                    <a:pt x="543" y="1010"/>
                    <a:pt x="546" y="1009"/>
                    <a:pt x="548" y="1007"/>
                  </a:cubicBezTo>
                  <a:cubicBezTo>
                    <a:pt x="608" y="976"/>
                    <a:pt x="548" y="733"/>
                    <a:pt x="396" y="460"/>
                  </a:cubicBezTo>
                  <a:cubicBezTo>
                    <a:pt x="253" y="203"/>
                    <a:pt x="111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/>
            <p:cNvSpPr/>
            <p:nvPr/>
          </p:nvSpPr>
          <p:spPr>
            <a:xfrm>
              <a:off x="1714575" y="3649975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39" y="0"/>
                    <a:pt x="35" y="1"/>
                    <a:pt x="31" y="3"/>
                  </a:cubicBezTo>
                  <a:cubicBezTo>
                    <a:pt x="1" y="3"/>
                    <a:pt x="62" y="277"/>
                    <a:pt x="214" y="550"/>
                  </a:cubicBezTo>
                  <a:cubicBezTo>
                    <a:pt x="327" y="806"/>
                    <a:pt x="468" y="1009"/>
                    <a:pt x="535" y="1009"/>
                  </a:cubicBezTo>
                  <a:cubicBezTo>
                    <a:pt x="540" y="1009"/>
                    <a:pt x="544" y="1008"/>
                    <a:pt x="548" y="1006"/>
                  </a:cubicBezTo>
                  <a:cubicBezTo>
                    <a:pt x="609" y="1006"/>
                    <a:pt x="518" y="733"/>
                    <a:pt x="366" y="459"/>
                  </a:cubicBezTo>
                  <a:cubicBezTo>
                    <a:pt x="252" y="203"/>
                    <a:pt x="111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/>
            <p:cNvSpPr/>
            <p:nvPr/>
          </p:nvSpPr>
          <p:spPr>
            <a:xfrm>
              <a:off x="1738900" y="3700875"/>
              <a:ext cx="14475" cy="26000"/>
            </a:xfrm>
            <a:custGeom>
              <a:avLst/>
              <a:gdLst/>
              <a:ahLst/>
              <a:cxnLst/>
              <a:rect l="l" t="t" r="r" b="b"/>
              <a:pathLst>
                <a:path w="579" h="1040" extrusionOk="0">
                  <a:moveTo>
                    <a:pt x="69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1" y="34"/>
                    <a:pt x="61" y="277"/>
                    <a:pt x="213" y="581"/>
                  </a:cubicBezTo>
                  <a:cubicBezTo>
                    <a:pt x="327" y="837"/>
                    <a:pt x="468" y="1040"/>
                    <a:pt x="535" y="1040"/>
                  </a:cubicBezTo>
                  <a:cubicBezTo>
                    <a:pt x="539" y="1040"/>
                    <a:pt x="544" y="1039"/>
                    <a:pt x="548" y="1037"/>
                  </a:cubicBezTo>
                  <a:cubicBezTo>
                    <a:pt x="578" y="1007"/>
                    <a:pt x="517" y="763"/>
                    <a:pt x="396" y="490"/>
                  </a:cubicBezTo>
                  <a:cubicBezTo>
                    <a:pt x="253" y="205"/>
                    <a:pt x="111" y="1"/>
                    <a:pt x="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/>
            <p:cNvSpPr/>
            <p:nvPr/>
          </p:nvSpPr>
          <p:spPr>
            <a:xfrm>
              <a:off x="1763225" y="3752550"/>
              <a:ext cx="13700" cy="26000"/>
            </a:xfrm>
            <a:custGeom>
              <a:avLst/>
              <a:gdLst/>
              <a:ahLst/>
              <a:cxnLst/>
              <a:rect l="l" t="t" r="r" b="b"/>
              <a:pathLst>
                <a:path w="548" h="1040" extrusionOk="0">
                  <a:moveTo>
                    <a:pt x="43" y="1"/>
                  </a:moveTo>
                  <a:cubicBezTo>
                    <a:pt x="39" y="1"/>
                    <a:pt x="34" y="2"/>
                    <a:pt x="31" y="3"/>
                  </a:cubicBezTo>
                  <a:cubicBezTo>
                    <a:pt x="0" y="34"/>
                    <a:pt x="61" y="277"/>
                    <a:pt x="183" y="581"/>
                  </a:cubicBezTo>
                  <a:cubicBezTo>
                    <a:pt x="325" y="837"/>
                    <a:pt x="440" y="1040"/>
                    <a:pt x="504" y="1040"/>
                  </a:cubicBezTo>
                  <a:cubicBezTo>
                    <a:pt x="509" y="1040"/>
                    <a:pt x="513" y="1039"/>
                    <a:pt x="517" y="1037"/>
                  </a:cubicBezTo>
                  <a:cubicBezTo>
                    <a:pt x="547" y="1037"/>
                    <a:pt x="487" y="763"/>
                    <a:pt x="365" y="490"/>
                  </a:cubicBezTo>
                  <a:cubicBezTo>
                    <a:pt x="251" y="205"/>
                    <a:pt x="111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/>
            <p:cNvSpPr/>
            <p:nvPr/>
          </p:nvSpPr>
          <p:spPr>
            <a:xfrm>
              <a:off x="1786775" y="3804975"/>
              <a:ext cx="13700" cy="26025"/>
            </a:xfrm>
            <a:custGeom>
              <a:avLst/>
              <a:gdLst/>
              <a:ahLst/>
              <a:cxnLst/>
              <a:rect l="l" t="t" r="r" b="b"/>
              <a:pathLst>
                <a:path w="548" h="1041" extrusionOk="0">
                  <a:moveTo>
                    <a:pt x="43" y="1"/>
                  </a:moveTo>
                  <a:cubicBezTo>
                    <a:pt x="39" y="1"/>
                    <a:pt x="35" y="2"/>
                    <a:pt x="31" y="4"/>
                  </a:cubicBezTo>
                  <a:cubicBezTo>
                    <a:pt x="0" y="4"/>
                    <a:pt x="61" y="277"/>
                    <a:pt x="183" y="551"/>
                  </a:cubicBezTo>
                  <a:cubicBezTo>
                    <a:pt x="297" y="835"/>
                    <a:pt x="437" y="1040"/>
                    <a:pt x="480" y="1040"/>
                  </a:cubicBezTo>
                  <a:cubicBezTo>
                    <a:pt x="482" y="1040"/>
                    <a:pt x="485" y="1039"/>
                    <a:pt x="487" y="1037"/>
                  </a:cubicBezTo>
                  <a:cubicBezTo>
                    <a:pt x="548" y="1007"/>
                    <a:pt x="487" y="764"/>
                    <a:pt x="365" y="490"/>
                  </a:cubicBezTo>
                  <a:cubicBezTo>
                    <a:pt x="223" y="206"/>
                    <a:pt x="107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/>
            <p:cNvSpPr/>
            <p:nvPr/>
          </p:nvSpPr>
          <p:spPr>
            <a:xfrm>
              <a:off x="1808800" y="3857425"/>
              <a:ext cx="13725" cy="26000"/>
            </a:xfrm>
            <a:custGeom>
              <a:avLst/>
              <a:gdLst/>
              <a:ahLst/>
              <a:cxnLst/>
              <a:rect l="l" t="t" r="r" b="b"/>
              <a:pathLst>
                <a:path w="549" h="1040" extrusionOk="0">
                  <a:moveTo>
                    <a:pt x="74" y="0"/>
                  </a:moveTo>
                  <a:cubicBezTo>
                    <a:pt x="70" y="0"/>
                    <a:pt x="66" y="1"/>
                    <a:pt x="62" y="3"/>
                  </a:cubicBezTo>
                  <a:cubicBezTo>
                    <a:pt x="1" y="3"/>
                    <a:pt x="62" y="277"/>
                    <a:pt x="183" y="550"/>
                  </a:cubicBezTo>
                  <a:cubicBezTo>
                    <a:pt x="297" y="835"/>
                    <a:pt x="438" y="1039"/>
                    <a:pt x="480" y="1039"/>
                  </a:cubicBezTo>
                  <a:cubicBezTo>
                    <a:pt x="483" y="1039"/>
                    <a:pt x="485" y="1038"/>
                    <a:pt x="487" y="1037"/>
                  </a:cubicBezTo>
                  <a:cubicBezTo>
                    <a:pt x="548" y="1006"/>
                    <a:pt x="487" y="763"/>
                    <a:pt x="366" y="459"/>
                  </a:cubicBezTo>
                  <a:cubicBezTo>
                    <a:pt x="252" y="203"/>
                    <a:pt x="138" y="0"/>
                    <a:pt x="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/>
            <p:cNvSpPr/>
            <p:nvPr/>
          </p:nvSpPr>
          <p:spPr>
            <a:xfrm>
              <a:off x="1830850" y="3909850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68" y="0"/>
                  </a:moveTo>
                  <a:cubicBezTo>
                    <a:pt x="66" y="0"/>
                    <a:pt x="63" y="1"/>
                    <a:pt x="61" y="3"/>
                  </a:cubicBezTo>
                  <a:cubicBezTo>
                    <a:pt x="0" y="3"/>
                    <a:pt x="61" y="277"/>
                    <a:pt x="152" y="550"/>
                  </a:cubicBezTo>
                  <a:cubicBezTo>
                    <a:pt x="274" y="854"/>
                    <a:pt x="426" y="1067"/>
                    <a:pt x="487" y="1067"/>
                  </a:cubicBezTo>
                  <a:cubicBezTo>
                    <a:pt x="517" y="1037"/>
                    <a:pt x="456" y="794"/>
                    <a:pt x="365" y="490"/>
                  </a:cubicBezTo>
                  <a:cubicBezTo>
                    <a:pt x="251" y="205"/>
                    <a:pt x="111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/>
            <p:cNvSpPr/>
            <p:nvPr/>
          </p:nvSpPr>
          <p:spPr>
            <a:xfrm>
              <a:off x="1852125" y="3962350"/>
              <a:ext cx="12175" cy="26700"/>
            </a:xfrm>
            <a:custGeom>
              <a:avLst/>
              <a:gdLst/>
              <a:ahLst/>
              <a:cxnLst/>
              <a:rect l="l" t="t" r="r" b="b"/>
              <a:pathLst>
                <a:path w="487" h="1068" extrusionOk="0">
                  <a:moveTo>
                    <a:pt x="31" y="1"/>
                  </a:moveTo>
                  <a:cubicBezTo>
                    <a:pt x="0" y="31"/>
                    <a:pt x="31" y="274"/>
                    <a:pt x="152" y="578"/>
                  </a:cubicBezTo>
                  <a:cubicBezTo>
                    <a:pt x="266" y="863"/>
                    <a:pt x="380" y="1067"/>
                    <a:pt x="444" y="1067"/>
                  </a:cubicBezTo>
                  <a:cubicBezTo>
                    <a:pt x="448" y="1067"/>
                    <a:pt x="453" y="1066"/>
                    <a:pt x="456" y="1065"/>
                  </a:cubicBezTo>
                  <a:cubicBezTo>
                    <a:pt x="487" y="1065"/>
                    <a:pt x="456" y="791"/>
                    <a:pt x="335" y="517"/>
                  </a:cubicBezTo>
                  <a:cubicBezTo>
                    <a:pt x="213" y="213"/>
                    <a:pt x="92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/>
            <p:cNvSpPr/>
            <p:nvPr/>
          </p:nvSpPr>
          <p:spPr>
            <a:xfrm>
              <a:off x="1871875" y="4016225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74" y="1"/>
                  </a:moveTo>
                  <a:cubicBezTo>
                    <a:pt x="70" y="1"/>
                    <a:pt x="65" y="2"/>
                    <a:pt x="62" y="4"/>
                  </a:cubicBezTo>
                  <a:cubicBezTo>
                    <a:pt x="1" y="4"/>
                    <a:pt x="62" y="277"/>
                    <a:pt x="153" y="551"/>
                  </a:cubicBezTo>
                  <a:cubicBezTo>
                    <a:pt x="274" y="855"/>
                    <a:pt x="396" y="1068"/>
                    <a:pt x="457" y="1068"/>
                  </a:cubicBezTo>
                  <a:cubicBezTo>
                    <a:pt x="517" y="1037"/>
                    <a:pt x="457" y="794"/>
                    <a:pt x="366" y="490"/>
                  </a:cubicBezTo>
                  <a:cubicBezTo>
                    <a:pt x="252" y="206"/>
                    <a:pt x="138" y="1"/>
                    <a:pt x="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3"/>
            <p:cNvSpPr/>
            <p:nvPr/>
          </p:nvSpPr>
          <p:spPr>
            <a:xfrm>
              <a:off x="1891650" y="4069425"/>
              <a:ext cx="12175" cy="26775"/>
            </a:xfrm>
            <a:custGeom>
              <a:avLst/>
              <a:gdLst/>
              <a:ahLst/>
              <a:cxnLst/>
              <a:rect l="l" t="t" r="r" b="b"/>
              <a:pathLst>
                <a:path w="487" h="1071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0" y="34"/>
                    <a:pt x="30" y="277"/>
                    <a:pt x="152" y="581"/>
                  </a:cubicBezTo>
                  <a:cubicBezTo>
                    <a:pt x="237" y="866"/>
                    <a:pt x="349" y="1070"/>
                    <a:pt x="413" y="1070"/>
                  </a:cubicBezTo>
                  <a:cubicBezTo>
                    <a:pt x="418" y="1070"/>
                    <a:pt x="422" y="1069"/>
                    <a:pt x="426" y="1067"/>
                  </a:cubicBezTo>
                  <a:cubicBezTo>
                    <a:pt x="486" y="1067"/>
                    <a:pt x="426" y="794"/>
                    <a:pt x="334" y="520"/>
                  </a:cubicBezTo>
                  <a:cubicBezTo>
                    <a:pt x="220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3"/>
            <p:cNvSpPr/>
            <p:nvPr/>
          </p:nvSpPr>
          <p:spPr>
            <a:xfrm>
              <a:off x="1910625" y="4123375"/>
              <a:ext cx="11425" cy="26700"/>
            </a:xfrm>
            <a:custGeom>
              <a:avLst/>
              <a:gdLst/>
              <a:ahLst/>
              <a:cxnLst/>
              <a:rect l="l" t="t" r="r" b="b"/>
              <a:pathLst>
                <a:path w="457" h="1068" extrusionOk="0">
                  <a:moveTo>
                    <a:pt x="42" y="1"/>
                  </a:moveTo>
                  <a:cubicBezTo>
                    <a:pt x="38" y="1"/>
                    <a:pt x="35" y="2"/>
                    <a:pt x="31" y="4"/>
                  </a:cubicBezTo>
                  <a:cubicBezTo>
                    <a:pt x="1" y="4"/>
                    <a:pt x="31" y="277"/>
                    <a:pt x="123" y="581"/>
                  </a:cubicBezTo>
                  <a:cubicBezTo>
                    <a:pt x="214" y="855"/>
                    <a:pt x="366" y="1067"/>
                    <a:pt x="396" y="1067"/>
                  </a:cubicBezTo>
                  <a:cubicBezTo>
                    <a:pt x="457" y="1067"/>
                    <a:pt x="426" y="794"/>
                    <a:pt x="305" y="520"/>
                  </a:cubicBezTo>
                  <a:cubicBezTo>
                    <a:pt x="219" y="234"/>
                    <a:pt x="106" y="1"/>
                    <a:pt x="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/>
            <p:cNvSpPr/>
            <p:nvPr/>
          </p:nvSpPr>
          <p:spPr>
            <a:xfrm>
              <a:off x="1928125" y="4177400"/>
              <a:ext cx="11400" cy="27375"/>
            </a:xfrm>
            <a:custGeom>
              <a:avLst/>
              <a:gdLst/>
              <a:ahLst/>
              <a:cxnLst/>
              <a:rect l="l" t="t" r="r" b="b"/>
              <a:pathLst>
                <a:path w="456" h="1095" extrusionOk="0">
                  <a:moveTo>
                    <a:pt x="61" y="1"/>
                  </a:moveTo>
                  <a:cubicBezTo>
                    <a:pt x="0" y="31"/>
                    <a:pt x="30" y="274"/>
                    <a:pt x="152" y="578"/>
                  </a:cubicBezTo>
                  <a:cubicBezTo>
                    <a:pt x="243" y="882"/>
                    <a:pt x="365" y="1095"/>
                    <a:pt x="426" y="1095"/>
                  </a:cubicBezTo>
                  <a:cubicBezTo>
                    <a:pt x="456" y="1064"/>
                    <a:pt x="426" y="821"/>
                    <a:pt x="334" y="517"/>
                  </a:cubicBezTo>
                  <a:cubicBezTo>
                    <a:pt x="24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/>
            <p:cNvSpPr/>
            <p:nvPr/>
          </p:nvSpPr>
          <p:spPr>
            <a:xfrm>
              <a:off x="1945600" y="4232050"/>
              <a:ext cx="10650" cy="26675"/>
            </a:xfrm>
            <a:custGeom>
              <a:avLst/>
              <a:gdLst/>
              <a:ahLst/>
              <a:cxnLst/>
              <a:rect l="l" t="t" r="r" b="b"/>
              <a:pathLst>
                <a:path w="426" h="1067" extrusionOk="0">
                  <a:moveTo>
                    <a:pt x="41" y="1"/>
                  </a:moveTo>
                  <a:cubicBezTo>
                    <a:pt x="38" y="1"/>
                    <a:pt x="34" y="1"/>
                    <a:pt x="31" y="3"/>
                  </a:cubicBezTo>
                  <a:cubicBezTo>
                    <a:pt x="0" y="3"/>
                    <a:pt x="31" y="246"/>
                    <a:pt x="122" y="550"/>
                  </a:cubicBezTo>
                  <a:cubicBezTo>
                    <a:pt x="213" y="854"/>
                    <a:pt x="335" y="1067"/>
                    <a:pt x="365" y="1067"/>
                  </a:cubicBezTo>
                  <a:cubicBezTo>
                    <a:pt x="426" y="1067"/>
                    <a:pt x="395" y="793"/>
                    <a:pt x="304" y="520"/>
                  </a:cubicBezTo>
                  <a:cubicBezTo>
                    <a:pt x="218" y="233"/>
                    <a:pt x="105" y="1"/>
                    <a:pt x="4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/>
            <p:cNvSpPr/>
            <p:nvPr/>
          </p:nvSpPr>
          <p:spPr>
            <a:xfrm>
              <a:off x="1961550" y="4286075"/>
              <a:ext cx="10650" cy="27375"/>
            </a:xfrm>
            <a:custGeom>
              <a:avLst/>
              <a:gdLst/>
              <a:ahLst/>
              <a:cxnLst/>
              <a:rect l="l" t="t" r="r" b="b"/>
              <a:pathLst>
                <a:path w="426" h="1095" extrusionOk="0">
                  <a:moveTo>
                    <a:pt x="61" y="0"/>
                  </a:moveTo>
                  <a:cubicBezTo>
                    <a:pt x="0" y="31"/>
                    <a:pt x="31" y="274"/>
                    <a:pt x="122" y="578"/>
                  </a:cubicBezTo>
                  <a:cubicBezTo>
                    <a:pt x="213" y="882"/>
                    <a:pt x="335" y="1094"/>
                    <a:pt x="365" y="1094"/>
                  </a:cubicBezTo>
                  <a:cubicBezTo>
                    <a:pt x="426" y="1094"/>
                    <a:pt x="396" y="851"/>
                    <a:pt x="304" y="547"/>
                  </a:cubicBezTo>
                  <a:cubicBezTo>
                    <a:pt x="213" y="243"/>
                    <a:pt x="122" y="0"/>
                    <a:pt x="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/>
            <p:cNvSpPr/>
            <p:nvPr/>
          </p:nvSpPr>
          <p:spPr>
            <a:xfrm>
              <a:off x="1976750" y="4341475"/>
              <a:ext cx="10650" cy="27450"/>
            </a:xfrm>
            <a:custGeom>
              <a:avLst/>
              <a:gdLst/>
              <a:ahLst/>
              <a:cxnLst/>
              <a:rect l="l" t="t" r="r" b="b"/>
              <a:pathLst>
                <a:path w="426" h="1098" extrusionOk="0">
                  <a:moveTo>
                    <a:pt x="72" y="0"/>
                  </a:moveTo>
                  <a:cubicBezTo>
                    <a:pt x="68" y="0"/>
                    <a:pt x="65" y="1"/>
                    <a:pt x="61" y="3"/>
                  </a:cubicBezTo>
                  <a:cubicBezTo>
                    <a:pt x="0" y="3"/>
                    <a:pt x="31" y="277"/>
                    <a:pt x="122" y="581"/>
                  </a:cubicBezTo>
                  <a:cubicBezTo>
                    <a:pt x="213" y="854"/>
                    <a:pt x="304" y="1097"/>
                    <a:pt x="365" y="1097"/>
                  </a:cubicBezTo>
                  <a:cubicBezTo>
                    <a:pt x="426" y="1067"/>
                    <a:pt x="396" y="824"/>
                    <a:pt x="304" y="520"/>
                  </a:cubicBezTo>
                  <a:cubicBezTo>
                    <a:pt x="247" y="233"/>
                    <a:pt x="136" y="0"/>
                    <a:pt x="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/>
            <p:cNvSpPr/>
            <p:nvPr/>
          </p:nvSpPr>
          <p:spPr>
            <a:xfrm>
              <a:off x="1991950" y="4396250"/>
              <a:ext cx="9900" cy="27375"/>
            </a:xfrm>
            <a:custGeom>
              <a:avLst/>
              <a:gdLst/>
              <a:ahLst/>
              <a:cxnLst/>
              <a:rect l="l" t="t" r="r" b="b"/>
              <a:pathLst>
                <a:path w="396" h="1095" extrusionOk="0">
                  <a:moveTo>
                    <a:pt x="61" y="1"/>
                  </a:moveTo>
                  <a:cubicBezTo>
                    <a:pt x="0" y="1"/>
                    <a:pt x="31" y="274"/>
                    <a:pt x="91" y="578"/>
                  </a:cubicBezTo>
                  <a:cubicBezTo>
                    <a:pt x="183" y="882"/>
                    <a:pt x="274" y="1095"/>
                    <a:pt x="335" y="1095"/>
                  </a:cubicBezTo>
                  <a:cubicBezTo>
                    <a:pt x="395" y="1095"/>
                    <a:pt x="365" y="821"/>
                    <a:pt x="304" y="517"/>
                  </a:cubicBezTo>
                  <a:cubicBezTo>
                    <a:pt x="21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/>
            <p:cNvSpPr/>
            <p:nvPr/>
          </p:nvSpPr>
          <p:spPr>
            <a:xfrm>
              <a:off x="2006375" y="4451650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8" y="1"/>
                  </a:moveTo>
                  <a:cubicBezTo>
                    <a:pt x="65" y="1"/>
                    <a:pt x="63" y="2"/>
                    <a:pt x="62" y="3"/>
                  </a:cubicBezTo>
                  <a:cubicBezTo>
                    <a:pt x="1" y="3"/>
                    <a:pt x="1" y="247"/>
                    <a:pt x="92" y="581"/>
                  </a:cubicBezTo>
                  <a:cubicBezTo>
                    <a:pt x="153" y="885"/>
                    <a:pt x="274" y="1098"/>
                    <a:pt x="335" y="1098"/>
                  </a:cubicBezTo>
                  <a:cubicBezTo>
                    <a:pt x="366" y="1098"/>
                    <a:pt x="366" y="824"/>
                    <a:pt x="274" y="520"/>
                  </a:cubicBezTo>
                  <a:cubicBezTo>
                    <a:pt x="217" y="233"/>
                    <a:pt x="106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/>
            <p:cNvSpPr/>
            <p:nvPr/>
          </p:nvSpPr>
          <p:spPr>
            <a:xfrm>
              <a:off x="2019300" y="4507125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098"/>
                    <a:pt x="304" y="1098"/>
                  </a:cubicBezTo>
                  <a:cubicBezTo>
                    <a:pt x="365" y="1098"/>
                    <a:pt x="335" y="824"/>
                    <a:pt x="274" y="520"/>
                  </a:cubicBezTo>
                  <a:cubicBezTo>
                    <a:pt x="217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3"/>
            <p:cNvSpPr/>
            <p:nvPr/>
          </p:nvSpPr>
          <p:spPr>
            <a:xfrm>
              <a:off x="2031450" y="4562600"/>
              <a:ext cx="8400" cy="28200"/>
            </a:xfrm>
            <a:custGeom>
              <a:avLst/>
              <a:gdLst/>
              <a:ahLst/>
              <a:cxnLst/>
              <a:rect l="l" t="t" r="r" b="b"/>
              <a:pathLst>
                <a:path w="336" h="1128" extrusionOk="0">
                  <a:moveTo>
                    <a:pt x="72" y="1"/>
                  </a:moveTo>
                  <a:cubicBezTo>
                    <a:pt x="69" y="1"/>
                    <a:pt x="65" y="1"/>
                    <a:pt x="62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128"/>
                    <a:pt x="305" y="1128"/>
                  </a:cubicBezTo>
                  <a:cubicBezTo>
                    <a:pt x="335" y="1097"/>
                    <a:pt x="335" y="854"/>
                    <a:pt x="274" y="550"/>
                  </a:cubicBezTo>
                  <a:cubicBezTo>
                    <a:pt x="217" y="235"/>
                    <a:pt x="133" y="1"/>
                    <a:pt x="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3"/>
            <p:cNvSpPr/>
            <p:nvPr/>
          </p:nvSpPr>
          <p:spPr>
            <a:xfrm>
              <a:off x="2042850" y="4618150"/>
              <a:ext cx="8400" cy="28125"/>
            </a:xfrm>
            <a:custGeom>
              <a:avLst/>
              <a:gdLst/>
              <a:ahLst/>
              <a:cxnLst/>
              <a:rect l="l" t="t" r="r" b="b"/>
              <a:pathLst>
                <a:path w="336" h="1125" extrusionOk="0">
                  <a:moveTo>
                    <a:pt x="92" y="0"/>
                  </a:moveTo>
                  <a:cubicBezTo>
                    <a:pt x="1" y="30"/>
                    <a:pt x="31" y="274"/>
                    <a:pt x="92" y="578"/>
                  </a:cubicBezTo>
                  <a:cubicBezTo>
                    <a:pt x="153" y="882"/>
                    <a:pt x="244" y="1125"/>
                    <a:pt x="305" y="1125"/>
                  </a:cubicBezTo>
                  <a:cubicBezTo>
                    <a:pt x="335" y="1125"/>
                    <a:pt x="335" y="851"/>
                    <a:pt x="274" y="547"/>
                  </a:cubicBezTo>
                  <a:cubicBezTo>
                    <a:pt x="214" y="243"/>
                    <a:pt x="153" y="0"/>
                    <a:pt x="9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/>
            <p:cNvSpPr/>
            <p:nvPr/>
          </p:nvSpPr>
          <p:spPr>
            <a:xfrm>
              <a:off x="2053500" y="4674250"/>
              <a:ext cx="6100" cy="13825"/>
            </a:xfrm>
            <a:custGeom>
              <a:avLst/>
              <a:gdLst/>
              <a:ahLst/>
              <a:cxnLst/>
              <a:rect l="l" t="t" r="r" b="b"/>
              <a:pathLst>
                <a:path w="244" h="553" extrusionOk="0">
                  <a:moveTo>
                    <a:pt x="103" y="1"/>
                  </a:moveTo>
                  <a:cubicBezTo>
                    <a:pt x="99" y="1"/>
                    <a:pt x="95" y="2"/>
                    <a:pt x="92" y="5"/>
                  </a:cubicBezTo>
                  <a:cubicBezTo>
                    <a:pt x="31" y="5"/>
                    <a:pt x="0" y="127"/>
                    <a:pt x="31" y="279"/>
                  </a:cubicBezTo>
                  <a:cubicBezTo>
                    <a:pt x="61" y="461"/>
                    <a:pt x="122" y="552"/>
                    <a:pt x="183" y="552"/>
                  </a:cubicBezTo>
                  <a:cubicBezTo>
                    <a:pt x="244" y="552"/>
                    <a:pt x="244" y="400"/>
                    <a:pt x="213" y="248"/>
                  </a:cubicBezTo>
                  <a:cubicBezTo>
                    <a:pt x="213" y="112"/>
                    <a:pt x="140" y="1"/>
                    <a:pt x="1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/>
            <p:cNvSpPr/>
            <p:nvPr/>
          </p:nvSpPr>
          <p:spPr>
            <a:xfrm>
              <a:off x="1978275" y="4688050"/>
              <a:ext cx="276625" cy="47900"/>
            </a:xfrm>
            <a:custGeom>
              <a:avLst/>
              <a:gdLst/>
              <a:ahLst/>
              <a:cxnLst/>
              <a:rect l="l" t="t" r="r" b="b"/>
              <a:pathLst>
                <a:path w="11065" h="1916" extrusionOk="0">
                  <a:moveTo>
                    <a:pt x="0" y="0"/>
                  </a:moveTo>
                  <a:lnTo>
                    <a:pt x="547" y="1794"/>
                  </a:lnTo>
                  <a:lnTo>
                    <a:pt x="11064" y="1915"/>
                  </a:lnTo>
                  <a:lnTo>
                    <a:pt x="10639" y="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3"/>
            <p:cNvSpPr/>
            <p:nvPr/>
          </p:nvSpPr>
          <p:spPr>
            <a:xfrm>
              <a:off x="1635550" y="3542900"/>
              <a:ext cx="401250" cy="1148975"/>
            </a:xfrm>
            <a:custGeom>
              <a:avLst/>
              <a:gdLst/>
              <a:ahLst/>
              <a:cxnLst/>
              <a:rect l="l" t="t" r="r" b="b"/>
              <a:pathLst>
                <a:path w="16050" h="45959" extrusionOk="0">
                  <a:moveTo>
                    <a:pt x="1" y="0"/>
                  </a:moveTo>
                  <a:cubicBezTo>
                    <a:pt x="1" y="31"/>
                    <a:pt x="31" y="61"/>
                    <a:pt x="61" y="122"/>
                  </a:cubicBezTo>
                  <a:lnTo>
                    <a:pt x="213" y="456"/>
                  </a:lnTo>
                  <a:lnTo>
                    <a:pt x="821" y="1733"/>
                  </a:lnTo>
                  <a:cubicBezTo>
                    <a:pt x="1369" y="2888"/>
                    <a:pt x="2128" y="4468"/>
                    <a:pt x="3071" y="6475"/>
                  </a:cubicBezTo>
                  <a:cubicBezTo>
                    <a:pt x="3983" y="8481"/>
                    <a:pt x="5077" y="10852"/>
                    <a:pt x="6262" y="13526"/>
                  </a:cubicBezTo>
                  <a:cubicBezTo>
                    <a:pt x="6840" y="14894"/>
                    <a:pt x="7417" y="16292"/>
                    <a:pt x="8025" y="17782"/>
                  </a:cubicBezTo>
                  <a:cubicBezTo>
                    <a:pt x="8633" y="19241"/>
                    <a:pt x="9180" y="20791"/>
                    <a:pt x="9697" y="22402"/>
                  </a:cubicBezTo>
                  <a:cubicBezTo>
                    <a:pt x="10700" y="25624"/>
                    <a:pt x="11521" y="28724"/>
                    <a:pt x="12281" y="31521"/>
                  </a:cubicBezTo>
                  <a:lnTo>
                    <a:pt x="14256" y="39059"/>
                  </a:lnTo>
                  <a:cubicBezTo>
                    <a:pt x="14803" y="41186"/>
                    <a:pt x="15229" y="42919"/>
                    <a:pt x="15563" y="44104"/>
                  </a:cubicBezTo>
                  <a:cubicBezTo>
                    <a:pt x="15715" y="44712"/>
                    <a:pt x="15837" y="45168"/>
                    <a:pt x="15928" y="45502"/>
                  </a:cubicBezTo>
                  <a:cubicBezTo>
                    <a:pt x="15958" y="45654"/>
                    <a:pt x="15989" y="45746"/>
                    <a:pt x="16019" y="45837"/>
                  </a:cubicBezTo>
                  <a:cubicBezTo>
                    <a:pt x="15989" y="45746"/>
                    <a:pt x="15958" y="45624"/>
                    <a:pt x="15928" y="45472"/>
                  </a:cubicBezTo>
                  <a:cubicBezTo>
                    <a:pt x="15867" y="45138"/>
                    <a:pt x="15746" y="44682"/>
                    <a:pt x="15624" y="44104"/>
                  </a:cubicBezTo>
                  <a:lnTo>
                    <a:pt x="14378" y="38998"/>
                  </a:lnTo>
                  <a:cubicBezTo>
                    <a:pt x="13831" y="36870"/>
                    <a:pt x="13192" y="34317"/>
                    <a:pt x="12433" y="31490"/>
                  </a:cubicBezTo>
                  <a:cubicBezTo>
                    <a:pt x="11673" y="28663"/>
                    <a:pt x="10852" y="25563"/>
                    <a:pt x="9879" y="22341"/>
                  </a:cubicBezTo>
                  <a:cubicBezTo>
                    <a:pt x="9363" y="20730"/>
                    <a:pt x="8785" y="19180"/>
                    <a:pt x="8177" y="17691"/>
                  </a:cubicBezTo>
                  <a:cubicBezTo>
                    <a:pt x="7600" y="16201"/>
                    <a:pt x="6992" y="14803"/>
                    <a:pt x="6414" y="13466"/>
                  </a:cubicBezTo>
                  <a:cubicBezTo>
                    <a:pt x="5229" y="10791"/>
                    <a:pt x="4104" y="8389"/>
                    <a:pt x="3162" y="6414"/>
                  </a:cubicBezTo>
                  <a:cubicBezTo>
                    <a:pt x="2220" y="4408"/>
                    <a:pt x="1429" y="2797"/>
                    <a:pt x="882" y="1702"/>
                  </a:cubicBezTo>
                  <a:lnTo>
                    <a:pt x="244" y="426"/>
                  </a:lnTo>
                  <a:lnTo>
                    <a:pt x="61" y="92"/>
                  </a:lnTo>
                  <a:cubicBezTo>
                    <a:pt x="31" y="31"/>
                    <a:pt x="1" y="0"/>
                    <a:pt x="1" y="0"/>
                  </a:cubicBezTo>
                  <a:close/>
                  <a:moveTo>
                    <a:pt x="16019" y="45837"/>
                  </a:moveTo>
                  <a:cubicBezTo>
                    <a:pt x="16019" y="45898"/>
                    <a:pt x="16019" y="45928"/>
                    <a:pt x="16050" y="45958"/>
                  </a:cubicBezTo>
                  <a:cubicBezTo>
                    <a:pt x="16050" y="45928"/>
                    <a:pt x="16019" y="45867"/>
                    <a:pt x="16019" y="458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3"/>
            <p:cNvSpPr/>
            <p:nvPr/>
          </p:nvSpPr>
          <p:spPr>
            <a:xfrm>
              <a:off x="1197100" y="4474225"/>
              <a:ext cx="20550" cy="21700"/>
            </a:xfrm>
            <a:custGeom>
              <a:avLst/>
              <a:gdLst/>
              <a:ahLst/>
              <a:cxnLst/>
              <a:rect l="l" t="t" r="r" b="b"/>
              <a:pathLst>
                <a:path w="822" h="868" extrusionOk="0">
                  <a:moveTo>
                    <a:pt x="761" y="1"/>
                  </a:moveTo>
                  <a:cubicBezTo>
                    <a:pt x="681" y="1"/>
                    <a:pt x="520" y="166"/>
                    <a:pt x="335" y="377"/>
                  </a:cubicBezTo>
                  <a:cubicBezTo>
                    <a:pt x="122" y="620"/>
                    <a:pt x="0" y="863"/>
                    <a:pt x="31" y="863"/>
                  </a:cubicBezTo>
                  <a:cubicBezTo>
                    <a:pt x="36" y="866"/>
                    <a:pt x="42" y="867"/>
                    <a:pt x="49" y="867"/>
                  </a:cubicBezTo>
                  <a:cubicBezTo>
                    <a:pt x="123" y="867"/>
                    <a:pt x="292" y="721"/>
                    <a:pt x="487" y="499"/>
                  </a:cubicBezTo>
                  <a:cubicBezTo>
                    <a:pt x="699" y="255"/>
                    <a:pt x="821" y="43"/>
                    <a:pt x="791" y="12"/>
                  </a:cubicBezTo>
                  <a:cubicBezTo>
                    <a:pt x="783" y="4"/>
                    <a:pt x="773" y="1"/>
                    <a:pt x="7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3"/>
            <p:cNvSpPr/>
            <p:nvPr/>
          </p:nvSpPr>
          <p:spPr>
            <a:xfrm>
              <a:off x="1233575" y="443035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0"/>
                  </a:moveTo>
                  <a:cubicBezTo>
                    <a:pt x="699" y="0"/>
                    <a:pt x="529" y="147"/>
                    <a:pt x="335" y="369"/>
                  </a:cubicBezTo>
                  <a:cubicBezTo>
                    <a:pt x="15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9" y="889"/>
                    <a:pt x="318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0"/>
                    <a:pt x="77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3"/>
            <p:cNvSpPr/>
            <p:nvPr/>
          </p:nvSpPr>
          <p:spPr>
            <a:xfrm>
              <a:off x="1270050" y="4386075"/>
              <a:ext cx="19775" cy="22450"/>
            </a:xfrm>
            <a:custGeom>
              <a:avLst/>
              <a:gdLst/>
              <a:ahLst/>
              <a:cxnLst/>
              <a:rect l="l" t="t" r="r" b="b"/>
              <a:pathLst>
                <a:path w="791" h="898" extrusionOk="0">
                  <a:moveTo>
                    <a:pt x="739" y="1"/>
                  </a:moveTo>
                  <a:cubicBezTo>
                    <a:pt x="674" y="1"/>
                    <a:pt x="493" y="166"/>
                    <a:pt x="335" y="377"/>
                  </a:cubicBezTo>
                  <a:cubicBezTo>
                    <a:pt x="122" y="620"/>
                    <a:pt x="0" y="863"/>
                    <a:pt x="31" y="894"/>
                  </a:cubicBezTo>
                  <a:cubicBezTo>
                    <a:pt x="35" y="896"/>
                    <a:pt x="40" y="897"/>
                    <a:pt x="46" y="897"/>
                  </a:cubicBezTo>
                  <a:cubicBezTo>
                    <a:pt x="118" y="897"/>
                    <a:pt x="290" y="724"/>
                    <a:pt x="487" y="499"/>
                  </a:cubicBezTo>
                  <a:cubicBezTo>
                    <a:pt x="669" y="256"/>
                    <a:pt x="791" y="43"/>
                    <a:pt x="760" y="12"/>
                  </a:cubicBezTo>
                  <a:cubicBezTo>
                    <a:pt x="756" y="4"/>
                    <a:pt x="749" y="1"/>
                    <a:pt x="7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3"/>
            <p:cNvSpPr/>
            <p:nvPr/>
          </p:nvSpPr>
          <p:spPr>
            <a:xfrm>
              <a:off x="1305750" y="4341450"/>
              <a:ext cx="19800" cy="22250"/>
            </a:xfrm>
            <a:custGeom>
              <a:avLst/>
              <a:gdLst/>
              <a:ahLst/>
              <a:cxnLst/>
              <a:rect l="l" t="t" r="r" b="b"/>
              <a:pathLst>
                <a:path w="792" h="890" extrusionOk="0">
                  <a:moveTo>
                    <a:pt x="743" y="0"/>
                  </a:moveTo>
                  <a:cubicBezTo>
                    <a:pt x="669" y="0"/>
                    <a:pt x="500" y="146"/>
                    <a:pt x="305" y="369"/>
                  </a:cubicBezTo>
                  <a:cubicBezTo>
                    <a:pt x="123" y="642"/>
                    <a:pt x="1" y="855"/>
                    <a:pt x="31" y="886"/>
                  </a:cubicBezTo>
                  <a:cubicBezTo>
                    <a:pt x="37" y="888"/>
                    <a:pt x="43" y="889"/>
                    <a:pt x="49" y="889"/>
                  </a:cubicBezTo>
                  <a:cubicBezTo>
                    <a:pt x="123" y="889"/>
                    <a:pt x="293" y="743"/>
                    <a:pt x="487" y="521"/>
                  </a:cubicBezTo>
                  <a:cubicBezTo>
                    <a:pt x="670" y="278"/>
                    <a:pt x="791" y="34"/>
                    <a:pt x="761" y="4"/>
                  </a:cubicBezTo>
                  <a:cubicBezTo>
                    <a:pt x="756" y="1"/>
                    <a:pt x="750" y="0"/>
                    <a:pt x="7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3"/>
            <p:cNvSpPr/>
            <p:nvPr/>
          </p:nvSpPr>
          <p:spPr>
            <a:xfrm>
              <a:off x="1340725" y="4296625"/>
              <a:ext cx="20525" cy="22425"/>
            </a:xfrm>
            <a:custGeom>
              <a:avLst/>
              <a:gdLst/>
              <a:ahLst/>
              <a:cxnLst/>
              <a:rect l="l" t="t" r="r" b="b"/>
              <a:pathLst>
                <a:path w="821" h="897" extrusionOk="0">
                  <a:moveTo>
                    <a:pt x="751" y="0"/>
                  </a:moveTo>
                  <a:cubicBezTo>
                    <a:pt x="699" y="0"/>
                    <a:pt x="504" y="174"/>
                    <a:pt x="335" y="399"/>
                  </a:cubicBezTo>
                  <a:cubicBezTo>
                    <a:pt x="152" y="642"/>
                    <a:pt x="0" y="855"/>
                    <a:pt x="61" y="885"/>
                  </a:cubicBezTo>
                  <a:cubicBezTo>
                    <a:pt x="69" y="893"/>
                    <a:pt x="79" y="897"/>
                    <a:pt x="91" y="897"/>
                  </a:cubicBezTo>
                  <a:cubicBezTo>
                    <a:pt x="170" y="897"/>
                    <a:pt x="328" y="732"/>
                    <a:pt x="486" y="520"/>
                  </a:cubicBezTo>
                  <a:cubicBezTo>
                    <a:pt x="699" y="277"/>
                    <a:pt x="821" y="34"/>
                    <a:pt x="760" y="4"/>
                  </a:cubicBezTo>
                  <a:cubicBezTo>
                    <a:pt x="758" y="1"/>
                    <a:pt x="755" y="0"/>
                    <a:pt x="7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3"/>
            <p:cNvSpPr/>
            <p:nvPr/>
          </p:nvSpPr>
          <p:spPr>
            <a:xfrm>
              <a:off x="1376425" y="4251800"/>
              <a:ext cx="19800" cy="22975"/>
            </a:xfrm>
            <a:custGeom>
              <a:avLst/>
              <a:gdLst/>
              <a:ahLst/>
              <a:cxnLst/>
              <a:rect l="l" t="t" r="r" b="b"/>
              <a:pathLst>
                <a:path w="792" h="919" extrusionOk="0">
                  <a:moveTo>
                    <a:pt x="745" y="0"/>
                  </a:moveTo>
                  <a:cubicBezTo>
                    <a:pt x="673" y="0"/>
                    <a:pt x="504" y="173"/>
                    <a:pt x="335" y="399"/>
                  </a:cubicBezTo>
                  <a:cubicBezTo>
                    <a:pt x="122" y="642"/>
                    <a:pt x="1" y="854"/>
                    <a:pt x="62" y="915"/>
                  </a:cubicBezTo>
                  <a:cubicBezTo>
                    <a:pt x="64" y="917"/>
                    <a:pt x="67" y="919"/>
                    <a:pt x="71" y="919"/>
                  </a:cubicBezTo>
                  <a:cubicBezTo>
                    <a:pt x="119" y="919"/>
                    <a:pt x="290" y="745"/>
                    <a:pt x="487" y="520"/>
                  </a:cubicBezTo>
                  <a:cubicBezTo>
                    <a:pt x="669" y="277"/>
                    <a:pt x="791" y="64"/>
                    <a:pt x="761" y="3"/>
                  </a:cubicBezTo>
                  <a:cubicBezTo>
                    <a:pt x="756" y="1"/>
                    <a:pt x="751" y="0"/>
                    <a:pt x="7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3"/>
            <p:cNvSpPr/>
            <p:nvPr/>
          </p:nvSpPr>
          <p:spPr>
            <a:xfrm>
              <a:off x="1411375" y="42077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80" y="1"/>
                  </a:moveTo>
                  <a:cubicBezTo>
                    <a:pt x="725" y="1"/>
                    <a:pt x="533" y="147"/>
                    <a:pt x="366" y="369"/>
                  </a:cubicBezTo>
                  <a:cubicBezTo>
                    <a:pt x="153" y="612"/>
                    <a:pt x="1" y="856"/>
                    <a:pt x="62" y="886"/>
                  </a:cubicBezTo>
                  <a:cubicBezTo>
                    <a:pt x="67" y="889"/>
                    <a:pt x="73" y="890"/>
                    <a:pt x="80" y="890"/>
                  </a:cubicBezTo>
                  <a:cubicBezTo>
                    <a:pt x="154" y="890"/>
                    <a:pt x="323" y="744"/>
                    <a:pt x="518" y="521"/>
                  </a:cubicBezTo>
                  <a:cubicBezTo>
                    <a:pt x="700" y="278"/>
                    <a:pt x="822" y="35"/>
                    <a:pt x="791" y="4"/>
                  </a:cubicBezTo>
                  <a:cubicBezTo>
                    <a:pt x="789" y="2"/>
                    <a:pt x="785" y="1"/>
                    <a:pt x="7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3"/>
            <p:cNvSpPr/>
            <p:nvPr/>
          </p:nvSpPr>
          <p:spPr>
            <a:xfrm>
              <a:off x="1447850" y="4163650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776" y="0"/>
                  </a:moveTo>
                  <a:cubicBezTo>
                    <a:pt x="704" y="0"/>
                    <a:pt x="532" y="173"/>
                    <a:pt x="335" y="399"/>
                  </a:cubicBezTo>
                  <a:cubicBezTo>
                    <a:pt x="123" y="642"/>
                    <a:pt x="1" y="855"/>
                    <a:pt x="62" y="885"/>
                  </a:cubicBezTo>
                  <a:cubicBezTo>
                    <a:pt x="64" y="887"/>
                    <a:pt x="67" y="888"/>
                    <a:pt x="71" y="888"/>
                  </a:cubicBezTo>
                  <a:cubicBezTo>
                    <a:pt x="123" y="888"/>
                    <a:pt x="318" y="717"/>
                    <a:pt x="487" y="520"/>
                  </a:cubicBezTo>
                  <a:cubicBezTo>
                    <a:pt x="700" y="277"/>
                    <a:pt x="822" y="34"/>
                    <a:pt x="791" y="4"/>
                  </a:cubicBezTo>
                  <a:cubicBezTo>
                    <a:pt x="787" y="1"/>
                    <a:pt x="782" y="0"/>
                    <a:pt x="77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/>
            <p:cNvSpPr/>
            <p:nvPr/>
          </p:nvSpPr>
          <p:spPr>
            <a:xfrm>
              <a:off x="1484325" y="4120325"/>
              <a:ext cx="21325" cy="22225"/>
            </a:xfrm>
            <a:custGeom>
              <a:avLst/>
              <a:gdLst/>
              <a:ahLst/>
              <a:cxnLst/>
              <a:rect l="l" t="t" r="r" b="b"/>
              <a:pathLst>
                <a:path w="853" h="889" extrusionOk="0">
                  <a:moveTo>
                    <a:pt x="782" y="1"/>
                  </a:moveTo>
                  <a:cubicBezTo>
                    <a:pt x="730" y="1"/>
                    <a:pt x="535" y="172"/>
                    <a:pt x="366" y="369"/>
                  </a:cubicBezTo>
                  <a:cubicBezTo>
                    <a:pt x="153" y="612"/>
                    <a:pt x="1" y="855"/>
                    <a:pt x="62" y="885"/>
                  </a:cubicBezTo>
                  <a:cubicBezTo>
                    <a:pt x="64" y="888"/>
                    <a:pt x="67" y="889"/>
                    <a:pt x="71" y="889"/>
                  </a:cubicBezTo>
                  <a:cubicBezTo>
                    <a:pt x="123" y="889"/>
                    <a:pt x="318" y="716"/>
                    <a:pt x="487" y="490"/>
                  </a:cubicBezTo>
                  <a:cubicBezTo>
                    <a:pt x="700" y="247"/>
                    <a:pt x="852" y="34"/>
                    <a:pt x="791" y="4"/>
                  </a:cubicBezTo>
                  <a:cubicBezTo>
                    <a:pt x="789" y="2"/>
                    <a:pt x="786" y="1"/>
                    <a:pt x="78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/>
            <p:cNvSpPr/>
            <p:nvPr/>
          </p:nvSpPr>
          <p:spPr>
            <a:xfrm>
              <a:off x="1521575" y="40770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1"/>
                  </a:moveTo>
                  <a:cubicBezTo>
                    <a:pt x="699" y="1"/>
                    <a:pt x="529" y="147"/>
                    <a:pt x="335" y="369"/>
                  </a:cubicBezTo>
                  <a:cubicBezTo>
                    <a:pt x="12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5" y="889"/>
                    <a:pt x="290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1"/>
                    <a:pt x="7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/>
            <p:cNvSpPr/>
            <p:nvPr/>
          </p:nvSpPr>
          <p:spPr>
            <a:xfrm>
              <a:off x="1558800" y="4032725"/>
              <a:ext cx="19800" cy="22450"/>
            </a:xfrm>
            <a:custGeom>
              <a:avLst/>
              <a:gdLst/>
              <a:ahLst/>
              <a:cxnLst/>
              <a:rect l="l" t="t" r="r" b="b"/>
              <a:pathLst>
                <a:path w="792" h="898" extrusionOk="0">
                  <a:moveTo>
                    <a:pt x="731" y="1"/>
                  </a:moveTo>
                  <a:cubicBezTo>
                    <a:pt x="651" y="1"/>
                    <a:pt x="489" y="166"/>
                    <a:pt x="305" y="377"/>
                  </a:cubicBezTo>
                  <a:cubicBezTo>
                    <a:pt x="122" y="620"/>
                    <a:pt x="1" y="833"/>
                    <a:pt x="31" y="894"/>
                  </a:cubicBezTo>
                  <a:cubicBezTo>
                    <a:pt x="36" y="896"/>
                    <a:pt x="41" y="897"/>
                    <a:pt x="46" y="897"/>
                  </a:cubicBezTo>
                  <a:cubicBezTo>
                    <a:pt x="119" y="897"/>
                    <a:pt x="288" y="724"/>
                    <a:pt x="457" y="499"/>
                  </a:cubicBezTo>
                  <a:cubicBezTo>
                    <a:pt x="669" y="256"/>
                    <a:pt x="791" y="43"/>
                    <a:pt x="761" y="12"/>
                  </a:cubicBezTo>
                  <a:cubicBezTo>
                    <a:pt x="753" y="4"/>
                    <a:pt x="743" y="1"/>
                    <a:pt x="7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/>
            <p:cNvSpPr/>
            <p:nvPr/>
          </p:nvSpPr>
          <p:spPr>
            <a:xfrm>
              <a:off x="1592250" y="3982050"/>
              <a:ext cx="9900" cy="27450"/>
            </a:xfrm>
            <a:custGeom>
              <a:avLst/>
              <a:gdLst/>
              <a:ahLst/>
              <a:cxnLst/>
              <a:rect l="l" t="t" r="r" b="b"/>
              <a:pathLst>
                <a:path w="396" h="1098" extrusionOk="0">
                  <a:moveTo>
                    <a:pt x="354" y="0"/>
                  </a:moveTo>
                  <a:cubicBezTo>
                    <a:pt x="290" y="0"/>
                    <a:pt x="179" y="233"/>
                    <a:pt x="122" y="520"/>
                  </a:cubicBezTo>
                  <a:cubicBezTo>
                    <a:pt x="91" y="641"/>
                    <a:pt x="61" y="793"/>
                    <a:pt x="31" y="915"/>
                  </a:cubicBezTo>
                  <a:cubicBezTo>
                    <a:pt x="0" y="1006"/>
                    <a:pt x="0" y="1067"/>
                    <a:pt x="31" y="1097"/>
                  </a:cubicBezTo>
                  <a:cubicBezTo>
                    <a:pt x="61" y="1097"/>
                    <a:pt x="122" y="1036"/>
                    <a:pt x="152" y="945"/>
                  </a:cubicBezTo>
                  <a:cubicBezTo>
                    <a:pt x="213" y="824"/>
                    <a:pt x="274" y="702"/>
                    <a:pt x="304" y="580"/>
                  </a:cubicBezTo>
                  <a:cubicBezTo>
                    <a:pt x="395" y="277"/>
                    <a:pt x="395" y="3"/>
                    <a:pt x="365" y="3"/>
                  </a:cubicBezTo>
                  <a:cubicBezTo>
                    <a:pt x="361" y="1"/>
                    <a:pt x="358" y="0"/>
                    <a:pt x="35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/>
            <p:cNvSpPr/>
            <p:nvPr/>
          </p:nvSpPr>
          <p:spPr>
            <a:xfrm>
              <a:off x="1606675" y="3926575"/>
              <a:ext cx="9150" cy="27500"/>
            </a:xfrm>
            <a:custGeom>
              <a:avLst/>
              <a:gdLst/>
              <a:ahLst/>
              <a:cxnLst/>
              <a:rect l="l" t="t" r="r" b="b"/>
              <a:pathLst>
                <a:path w="366" h="1100" extrusionOk="0">
                  <a:moveTo>
                    <a:pt x="299" y="1"/>
                  </a:moveTo>
                  <a:cubicBezTo>
                    <a:pt x="261" y="1"/>
                    <a:pt x="149" y="233"/>
                    <a:pt x="92" y="520"/>
                  </a:cubicBezTo>
                  <a:cubicBezTo>
                    <a:pt x="31" y="824"/>
                    <a:pt x="1" y="1097"/>
                    <a:pt x="61" y="1097"/>
                  </a:cubicBezTo>
                  <a:cubicBezTo>
                    <a:pt x="65" y="1099"/>
                    <a:pt x="68" y="1100"/>
                    <a:pt x="72" y="1100"/>
                  </a:cubicBezTo>
                  <a:cubicBezTo>
                    <a:pt x="133" y="1100"/>
                    <a:pt x="217" y="867"/>
                    <a:pt x="274" y="581"/>
                  </a:cubicBezTo>
                  <a:cubicBezTo>
                    <a:pt x="365" y="277"/>
                    <a:pt x="365" y="3"/>
                    <a:pt x="305" y="3"/>
                  </a:cubicBezTo>
                  <a:cubicBezTo>
                    <a:pt x="303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/>
            <p:cNvSpPr/>
            <p:nvPr/>
          </p:nvSpPr>
          <p:spPr>
            <a:xfrm>
              <a:off x="1619600" y="3870400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74" y="1"/>
                  </a:moveTo>
                  <a:cubicBezTo>
                    <a:pt x="213" y="1"/>
                    <a:pt x="122" y="244"/>
                    <a:pt x="61" y="548"/>
                  </a:cubicBezTo>
                  <a:cubicBezTo>
                    <a:pt x="0" y="852"/>
                    <a:pt x="0" y="1125"/>
                    <a:pt x="61" y="1125"/>
                  </a:cubicBezTo>
                  <a:cubicBezTo>
                    <a:pt x="122" y="1125"/>
                    <a:pt x="213" y="913"/>
                    <a:pt x="274" y="578"/>
                  </a:cubicBezTo>
                  <a:cubicBezTo>
                    <a:pt x="304" y="274"/>
                    <a:pt x="304" y="1"/>
                    <a:pt x="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/>
            <p:cNvSpPr/>
            <p:nvPr/>
          </p:nvSpPr>
          <p:spPr>
            <a:xfrm>
              <a:off x="1630225" y="3814175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44" y="1"/>
                  </a:moveTo>
                  <a:cubicBezTo>
                    <a:pt x="183" y="1"/>
                    <a:pt x="92" y="244"/>
                    <a:pt x="31" y="548"/>
                  </a:cubicBezTo>
                  <a:cubicBezTo>
                    <a:pt x="1" y="852"/>
                    <a:pt x="1" y="1125"/>
                    <a:pt x="31" y="1125"/>
                  </a:cubicBezTo>
                  <a:cubicBezTo>
                    <a:pt x="92" y="1125"/>
                    <a:pt x="183" y="882"/>
                    <a:pt x="244" y="578"/>
                  </a:cubicBezTo>
                  <a:cubicBezTo>
                    <a:pt x="305" y="274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/>
            <p:cNvSpPr/>
            <p:nvPr/>
          </p:nvSpPr>
          <p:spPr>
            <a:xfrm>
              <a:off x="1639350" y="3758650"/>
              <a:ext cx="7625" cy="27500"/>
            </a:xfrm>
            <a:custGeom>
              <a:avLst/>
              <a:gdLst/>
              <a:ahLst/>
              <a:cxnLst/>
              <a:rect l="l" t="t" r="r" b="b"/>
              <a:pathLst>
                <a:path w="305" h="1100" extrusionOk="0">
                  <a:moveTo>
                    <a:pt x="233" y="0"/>
                  </a:moveTo>
                  <a:cubicBezTo>
                    <a:pt x="176" y="0"/>
                    <a:pt x="119" y="233"/>
                    <a:pt x="61" y="519"/>
                  </a:cubicBezTo>
                  <a:cubicBezTo>
                    <a:pt x="1" y="854"/>
                    <a:pt x="1" y="1097"/>
                    <a:pt x="61" y="1097"/>
                  </a:cubicBezTo>
                  <a:cubicBezTo>
                    <a:pt x="63" y="1099"/>
                    <a:pt x="65" y="1099"/>
                    <a:pt x="67" y="1099"/>
                  </a:cubicBezTo>
                  <a:cubicBezTo>
                    <a:pt x="102" y="1099"/>
                    <a:pt x="187" y="867"/>
                    <a:pt x="244" y="580"/>
                  </a:cubicBezTo>
                  <a:cubicBezTo>
                    <a:pt x="305" y="246"/>
                    <a:pt x="305" y="3"/>
                    <a:pt x="244" y="3"/>
                  </a:cubicBezTo>
                  <a:cubicBezTo>
                    <a:pt x="240" y="1"/>
                    <a:pt x="237" y="0"/>
                    <a:pt x="23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1648475" y="3710825"/>
              <a:ext cx="6850" cy="19800"/>
            </a:xfrm>
            <a:custGeom>
              <a:avLst/>
              <a:gdLst/>
              <a:ahLst/>
              <a:cxnLst/>
              <a:rect l="l" t="t" r="r" b="b"/>
              <a:pathLst>
                <a:path w="274" h="792" extrusionOk="0">
                  <a:moveTo>
                    <a:pt x="213" y="1"/>
                  </a:moveTo>
                  <a:cubicBezTo>
                    <a:pt x="152" y="1"/>
                    <a:pt x="61" y="153"/>
                    <a:pt x="31" y="365"/>
                  </a:cubicBezTo>
                  <a:cubicBezTo>
                    <a:pt x="0" y="609"/>
                    <a:pt x="0" y="791"/>
                    <a:pt x="61" y="791"/>
                  </a:cubicBezTo>
                  <a:cubicBezTo>
                    <a:pt x="122" y="791"/>
                    <a:pt x="213" y="609"/>
                    <a:pt x="244" y="396"/>
                  </a:cubicBezTo>
                  <a:cubicBezTo>
                    <a:pt x="274" y="183"/>
                    <a:pt x="24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1131750" y="4457800"/>
              <a:ext cx="217350" cy="235600"/>
            </a:xfrm>
            <a:custGeom>
              <a:avLst/>
              <a:gdLst/>
              <a:ahLst/>
              <a:cxnLst/>
              <a:rect l="l" t="t" r="r" b="b"/>
              <a:pathLst>
                <a:path w="8694" h="9424" extrusionOk="0">
                  <a:moveTo>
                    <a:pt x="1459" y="1"/>
                  </a:moveTo>
                  <a:lnTo>
                    <a:pt x="0" y="1916"/>
                  </a:lnTo>
                  <a:lnTo>
                    <a:pt x="7356" y="9423"/>
                  </a:lnTo>
                  <a:lnTo>
                    <a:pt x="8694" y="7843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1607450" y="3608250"/>
              <a:ext cx="183900" cy="522100"/>
            </a:xfrm>
            <a:custGeom>
              <a:avLst/>
              <a:gdLst/>
              <a:ahLst/>
              <a:cxnLst/>
              <a:rect l="l" t="t" r="r" b="b"/>
              <a:pathLst>
                <a:path w="7356" h="2088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5928" y="20884"/>
                    <a:pt x="6047" y="20884"/>
                  </a:cubicBezTo>
                  <a:cubicBezTo>
                    <a:pt x="6048" y="20884"/>
                    <a:pt x="6048" y="20883"/>
                    <a:pt x="6049" y="20882"/>
                  </a:cubicBezTo>
                  <a:cubicBezTo>
                    <a:pt x="6140" y="20669"/>
                    <a:pt x="7356" y="16140"/>
                    <a:pt x="7356" y="16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/>
            <p:cNvSpPr/>
            <p:nvPr/>
          </p:nvSpPr>
          <p:spPr>
            <a:xfrm>
              <a:off x="1792100" y="2875700"/>
              <a:ext cx="736350" cy="311450"/>
            </a:xfrm>
            <a:custGeom>
              <a:avLst/>
              <a:gdLst/>
              <a:ahLst/>
              <a:cxnLst/>
              <a:rect l="l" t="t" r="r" b="b"/>
              <a:pathLst>
                <a:path w="29454" h="12458" extrusionOk="0">
                  <a:moveTo>
                    <a:pt x="6414" y="1"/>
                  </a:moveTo>
                  <a:lnTo>
                    <a:pt x="0" y="943"/>
                  </a:lnTo>
                  <a:cubicBezTo>
                    <a:pt x="0" y="943"/>
                    <a:pt x="61" y="1521"/>
                    <a:pt x="3648" y="8299"/>
                  </a:cubicBezTo>
                  <a:cubicBezTo>
                    <a:pt x="5391" y="11596"/>
                    <a:pt x="9897" y="12457"/>
                    <a:pt x="14127" y="12457"/>
                  </a:cubicBezTo>
                  <a:cubicBezTo>
                    <a:pt x="18748" y="12457"/>
                    <a:pt x="23040" y="11430"/>
                    <a:pt x="23040" y="11430"/>
                  </a:cubicBezTo>
                  <a:cubicBezTo>
                    <a:pt x="24286" y="11399"/>
                    <a:pt x="25502" y="11308"/>
                    <a:pt x="26748" y="11156"/>
                  </a:cubicBezTo>
                  <a:cubicBezTo>
                    <a:pt x="28451" y="10852"/>
                    <a:pt x="28420" y="10700"/>
                    <a:pt x="28329" y="10518"/>
                  </a:cubicBezTo>
                  <a:cubicBezTo>
                    <a:pt x="28286" y="10395"/>
                    <a:pt x="28094" y="10353"/>
                    <a:pt x="27833" y="10353"/>
                  </a:cubicBezTo>
                  <a:cubicBezTo>
                    <a:pt x="27273" y="10353"/>
                    <a:pt x="26393" y="10548"/>
                    <a:pt x="25992" y="10548"/>
                  </a:cubicBezTo>
                  <a:cubicBezTo>
                    <a:pt x="25798" y="10548"/>
                    <a:pt x="25716" y="10502"/>
                    <a:pt x="25837" y="10366"/>
                  </a:cubicBezTo>
                  <a:cubicBezTo>
                    <a:pt x="26323" y="9819"/>
                    <a:pt x="29423" y="9636"/>
                    <a:pt x="29210" y="9120"/>
                  </a:cubicBezTo>
                  <a:cubicBezTo>
                    <a:pt x="29134" y="8944"/>
                    <a:pt x="28893" y="8878"/>
                    <a:pt x="28572" y="8878"/>
                  </a:cubicBezTo>
                  <a:cubicBezTo>
                    <a:pt x="27611" y="8878"/>
                    <a:pt x="25928" y="9469"/>
                    <a:pt x="25745" y="9515"/>
                  </a:cubicBezTo>
                  <a:cubicBezTo>
                    <a:pt x="25724" y="9519"/>
                    <a:pt x="25705" y="9522"/>
                    <a:pt x="25686" y="9522"/>
                  </a:cubicBezTo>
                  <a:cubicBezTo>
                    <a:pt x="25460" y="9522"/>
                    <a:pt x="25397" y="9206"/>
                    <a:pt x="25593" y="9150"/>
                  </a:cubicBezTo>
                  <a:cubicBezTo>
                    <a:pt x="25928" y="9089"/>
                    <a:pt x="29454" y="8269"/>
                    <a:pt x="29180" y="7569"/>
                  </a:cubicBezTo>
                  <a:cubicBezTo>
                    <a:pt x="29126" y="7441"/>
                    <a:pt x="29008" y="7399"/>
                    <a:pt x="28878" y="7399"/>
                  </a:cubicBezTo>
                  <a:cubicBezTo>
                    <a:pt x="28639" y="7399"/>
                    <a:pt x="28359" y="7539"/>
                    <a:pt x="28359" y="7539"/>
                  </a:cubicBezTo>
                  <a:cubicBezTo>
                    <a:pt x="28359" y="7539"/>
                    <a:pt x="26015" y="8276"/>
                    <a:pt x="25268" y="8276"/>
                  </a:cubicBezTo>
                  <a:cubicBezTo>
                    <a:pt x="25144" y="8276"/>
                    <a:pt x="25064" y="8256"/>
                    <a:pt x="25046" y="8208"/>
                  </a:cubicBezTo>
                  <a:cubicBezTo>
                    <a:pt x="24925" y="7904"/>
                    <a:pt x="26809" y="7235"/>
                    <a:pt x="27448" y="7053"/>
                  </a:cubicBezTo>
                  <a:cubicBezTo>
                    <a:pt x="28086" y="6901"/>
                    <a:pt x="28238" y="6506"/>
                    <a:pt x="27934" y="6293"/>
                  </a:cubicBezTo>
                  <a:cubicBezTo>
                    <a:pt x="27907" y="6274"/>
                    <a:pt x="27853" y="6265"/>
                    <a:pt x="27777" y="6265"/>
                  </a:cubicBezTo>
                  <a:cubicBezTo>
                    <a:pt x="27246" y="6265"/>
                    <a:pt x="25665" y="6681"/>
                    <a:pt x="25107" y="6840"/>
                  </a:cubicBezTo>
                  <a:cubicBezTo>
                    <a:pt x="24745" y="6943"/>
                    <a:pt x="24032" y="7164"/>
                    <a:pt x="23598" y="7164"/>
                  </a:cubicBezTo>
                  <a:cubicBezTo>
                    <a:pt x="23266" y="7164"/>
                    <a:pt x="23098" y="7035"/>
                    <a:pt x="23375" y="6627"/>
                  </a:cubicBezTo>
                  <a:cubicBezTo>
                    <a:pt x="24013" y="5655"/>
                    <a:pt x="24134" y="4652"/>
                    <a:pt x="23952" y="4378"/>
                  </a:cubicBezTo>
                  <a:cubicBezTo>
                    <a:pt x="23885" y="4289"/>
                    <a:pt x="23790" y="4249"/>
                    <a:pt x="23692" y="4249"/>
                  </a:cubicBezTo>
                  <a:cubicBezTo>
                    <a:pt x="23525" y="4249"/>
                    <a:pt x="23352" y="4368"/>
                    <a:pt x="23314" y="4560"/>
                  </a:cubicBezTo>
                  <a:cubicBezTo>
                    <a:pt x="23223" y="4925"/>
                    <a:pt x="23071" y="5290"/>
                    <a:pt x="22858" y="5624"/>
                  </a:cubicBezTo>
                  <a:cubicBezTo>
                    <a:pt x="22736" y="5898"/>
                    <a:pt x="22523" y="6141"/>
                    <a:pt x="22311" y="6354"/>
                  </a:cubicBezTo>
                  <a:cubicBezTo>
                    <a:pt x="22037" y="6627"/>
                    <a:pt x="21794" y="6810"/>
                    <a:pt x="21581" y="6962"/>
                  </a:cubicBezTo>
                  <a:cubicBezTo>
                    <a:pt x="20570" y="7133"/>
                    <a:pt x="18505" y="7420"/>
                    <a:pt x="16095" y="7420"/>
                  </a:cubicBezTo>
                  <a:cubicBezTo>
                    <a:pt x="14231" y="7420"/>
                    <a:pt x="12162" y="7249"/>
                    <a:pt x="10213" y="6718"/>
                  </a:cubicBezTo>
                  <a:cubicBezTo>
                    <a:pt x="9392" y="6506"/>
                    <a:pt x="6414" y="1"/>
                    <a:pt x="641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/>
            <p:cNvSpPr/>
            <p:nvPr/>
          </p:nvSpPr>
          <p:spPr>
            <a:xfrm>
              <a:off x="1779175" y="2523050"/>
              <a:ext cx="157325" cy="137150"/>
            </a:xfrm>
            <a:custGeom>
              <a:avLst/>
              <a:gdLst/>
              <a:ahLst/>
              <a:cxnLst/>
              <a:rect l="l" t="t" r="r" b="b"/>
              <a:pathLst>
                <a:path w="6293" h="5486" extrusionOk="0">
                  <a:moveTo>
                    <a:pt x="1793" y="0"/>
                  </a:moveTo>
                  <a:cubicBezTo>
                    <a:pt x="1399" y="0"/>
                    <a:pt x="1014" y="182"/>
                    <a:pt x="760" y="520"/>
                  </a:cubicBezTo>
                  <a:cubicBezTo>
                    <a:pt x="487" y="855"/>
                    <a:pt x="304" y="1250"/>
                    <a:pt x="274" y="1675"/>
                  </a:cubicBezTo>
                  <a:cubicBezTo>
                    <a:pt x="0" y="3560"/>
                    <a:pt x="1338" y="5262"/>
                    <a:pt x="3222" y="5475"/>
                  </a:cubicBezTo>
                  <a:cubicBezTo>
                    <a:pt x="3265" y="5482"/>
                    <a:pt x="3309" y="5486"/>
                    <a:pt x="3352" y="5486"/>
                  </a:cubicBezTo>
                  <a:cubicBezTo>
                    <a:pt x="3491" y="5486"/>
                    <a:pt x="3630" y="5446"/>
                    <a:pt x="3770" y="5353"/>
                  </a:cubicBezTo>
                  <a:cubicBezTo>
                    <a:pt x="3922" y="5171"/>
                    <a:pt x="3952" y="4928"/>
                    <a:pt x="3830" y="4715"/>
                  </a:cubicBezTo>
                  <a:cubicBezTo>
                    <a:pt x="3766" y="4603"/>
                    <a:pt x="3685" y="4499"/>
                    <a:pt x="3592" y="4408"/>
                  </a:cubicBezTo>
                  <a:lnTo>
                    <a:pt x="3592" y="4408"/>
                  </a:lnTo>
                  <a:cubicBezTo>
                    <a:pt x="3887" y="4591"/>
                    <a:pt x="4214" y="4677"/>
                    <a:pt x="4536" y="4677"/>
                  </a:cubicBezTo>
                  <a:cubicBezTo>
                    <a:pt x="5299" y="4677"/>
                    <a:pt x="6039" y="4196"/>
                    <a:pt x="6292" y="3377"/>
                  </a:cubicBezTo>
                  <a:cubicBezTo>
                    <a:pt x="5593" y="3317"/>
                    <a:pt x="4985" y="2800"/>
                    <a:pt x="4560" y="2253"/>
                  </a:cubicBezTo>
                  <a:cubicBezTo>
                    <a:pt x="4165" y="1675"/>
                    <a:pt x="3709" y="1128"/>
                    <a:pt x="3192" y="672"/>
                  </a:cubicBezTo>
                  <a:cubicBezTo>
                    <a:pt x="2851" y="421"/>
                    <a:pt x="2424" y="254"/>
                    <a:pt x="2013" y="254"/>
                  </a:cubicBezTo>
                  <a:cubicBezTo>
                    <a:pt x="1737" y="254"/>
                    <a:pt x="1468" y="329"/>
                    <a:pt x="1237" y="504"/>
                  </a:cubicBezTo>
                  <a:lnTo>
                    <a:pt x="1237" y="504"/>
                  </a:lnTo>
                  <a:lnTo>
                    <a:pt x="1885" y="3"/>
                  </a:lnTo>
                  <a:cubicBezTo>
                    <a:pt x="1854" y="1"/>
                    <a:pt x="1824" y="0"/>
                    <a:pt x="179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/>
            <p:cNvSpPr/>
            <p:nvPr/>
          </p:nvSpPr>
          <p:spPr>
            <a:xfrm>
              <a:off x="1592250" y="2320225"/>
              <a:ext cx="269775" cy="619350"/>
            </a:xfrm>
            <a:custGeom>
              <a:avLst/>
              <a:gdLst/>
              <a:ahLst/>
              <a:cxnLst/>
              <a:rect l="l" t="t" r="r" b="b"/>
              <a:pathLst>
                <a:path w="10791" h="24774" extrusionOk="0">
                  <a:moveTo>
                    <a:pt x="6474" y="1"/>
                  </a:moveTo>
                  <a:lnTo>
                    <a:pt x="2189" y="3527"/>
                  </a:lnTo>
                  <a:lnTo>
                    <a:pt x="2310" y="14621"/>
                  </a:lnTo>
                  <a:lnTo>
                    <a:pt x="0" y="14712"/>
                  </a:lnTo>
                  <a:lnTo>
                    <a:pt x="7295" y="24773"/>
                  </a:lnTo>
                  <a:cubicBezTo>
                    <a:pt x="8298" y="20883"/>
                    <a:pt x="9636" y="17266"/>
                    <a:pt x="9666" y="14895"/>
                  </a:cubicBezTo>
                  <a:lnTo>
                    <a:pt x="8207" y="14682"/>
                  </a:lnTo>
                  <a:cubicBezTo>
                    <a:pt x="8146" y="13831"/>
                    <a:pt x="8146" y="12949"/>
                    <a:pt x="8207" y="12068"/>
                  </a:cubicBezTo>
                  <a:cubicBezTo>
                    <a:pt x="8207" y="12068"/>
                    <a:pt x="10487" y="11825"/>
                    <a:pt x="10639" y="9575"/>
                  </a:cubicBezTo>
                  <a:cubicBezTo>
                    <a:pt x="10791" y="7296"/>
                    <a:pt x="10639" y="2037"/>
                    <a:pt x="10639" y="2037"/>
                  </a:cubicBezTo>
                  <a:lnTo>
                    <a:pt x="6474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1832375" y="2459950"/>
              <a:ext cx="14450" cy="14575"/>
            </a:xfrm>
            <a:custGeom>
              <a:avLst/>
              <a:gdLst/>
              <a:ahLst/>
              <a:cxnLst/>
              <a:rect l="l" t="t" r="r" b="b"/>
              <a:pathLst>
                <a:path w="578" h="583" extrusionOk="0">
                  <a:moveTo>
                    <a:pt x="235" y="1"/>
                  </a:moveTo>
                  <a:cubicBezTo>
                    <a:pt x="102" y="1"/>
                    <a:pt x="0" y="139"/>
                    <a:pt x="0" y="278"/>
                  </a:cubicBezTo>
                  <a:cubicBezTo>
                    <a:pt x="0" y="430"/>
                    <a:pt x="122" y="582"/>
                    <a:pt x="274" y="582"/>
                  </a:cubicBezTo>
                  <a:cubicBezTo>
                    <a:pt x="456" y="582"/>
                    <a:pt x="578" y="430"/>
                    <a:pt x="578" y="278"/>
                  </a:cubicBezTo>
                  <a:cubicBezTo>
                    <a:pt x="578" y="126"/>
                    <a:pt x="456" y="5"/>
                    <a:pt x="274" y="5"/>
                  </a:cubicBezTo>
                  <a:cubicBezTo>
                    <a:pt x="261" y="2"/>
                    <a:pt x="247" y="1"/>
                    <a:pt x="2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/>
            <p:cNvSpPr/>
            <p:nvPr/>
          </p:nvSpPr>
          <p:spPr>
            <a:xfrm>
              <a:off x="1824000" y="2450175"/>
              <a:ext cx="30425" cy="9225"/>
            </a:xfrm>
            <a:custGeom>
              <a:avLst/>
              <a:gdLst/>
              <a:ahLst/>
              <a:cxnLst/>
              <a:rect l="l" t="t" r="r" b="b"/>
              <a:pathLst>
                <a:path w="1217" h="369" extrusionOk="0">
                  <a:moveTo>
                    <a:pt x="639" y="0"/>
                  </a:moveTo>
                  <a:cubicBezTo>
                    <a:pt x="487" y="0"/>
                    <a:pt x="305" y="31"/>
                    <a:pt x="183" y="122"/>
                  </a:cubicBezTo>
                  <a:cubicBezTo>
                    <a:pt x="62" y="183"/>
                    <a:pt x="1" y="244"/>
                    <a:pt x="62" y="274"/>
                  </a:cubicBezTo>
                  <a:cubicBezTo>
                    <a:pt x="67" y="284"/>
                    <a:pt x="77" y="288"/>
                    <a:pt x="92" y="288"/>
                  </a:cubicBezTo>
                  <a:cubicBezTo>
                    <a:pt x="166" y="288"/>
                    <a:pt x="361" y="183"/>
                    <a:pt x="639" y="183"/>
                  </a:cubicBezTo>
                  <a:cubicBezTo>
                    <a:pt x="920" y="211"/>
                    <a:pt x="1123" y="369"/>
                    <a:pt x="1176" y="369"/>
                  </a:cubicBezTo>
                  <a:cubicBezTo>
                    <a:pt x="1181" y="369"/>
                    <a:pt x="1184" y="368"/>
                    <a:pt x="1186" y="365"/>
                  </a:cubicBezTo>
                  <a:cubicBezTo>
                    <a:pt x="1217" y="335"/>
                    <a:pt x="1186" y="274"/>
                    <a:pt x="1095" y="183"/>
                  </a:cubicBezTo>
                  <a:cubicBezTo>
                    <a:pt x="973" y="61"/>
                    <a:pt x="791" y="0"/>
                    <a:pt x="6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/>
            <p:cNvSpPr/>
            <p:nvPr/>
          </p:nvSpPr>
          <p:spPr>
            <a:xfrm>
              <a:off x="1747250" y="2460625"/>
              <a:ext cx="16000" cy="14275"/>
            </a:xfrm>
            <a:custGeom>
              <a:avLst/>
              <a:gdLst/>
              <a:ahLst/>
              <a:cxnLst/>
              <a:rect l="l" t="t" r="r" b="b"/>
              <a:pathLst>
                <a:path w="640" h="571" extrusionOk="0">
                  <a:moveTo>
                    <a:pt x="320" y="0"/>
                  </a:moveTo>
                  <a:cubicBezTo>
                    <a:pt x="183" y="0"/>
                    <a:pt x="46" y="84"/>
                    <a:pt x="31" y="251"/>
                  </a:cubicBezTo>
                  <a:cubicBezTo>
                    <a:pt x="1" y="464"/>
                    <a:pt x="160" y="570"/>
                    <a:pt x="320" y="570"/>
                  </a:cubicBezTo>
                  <a:cubicBezTo>
                    <a:pt x="480" y="570"/>
                    <a:pt x="639" y="464"/>
                    <a:pt x="609" y="251"/>
                  </a:cubicBezTo>
                  <a:cubicBezTo>
                    <a:pt x="594" y="84"/>
                    <a:pt x="457" y="0"/>
                    <a:pt x="3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/>
            <p:cNvSpPr/>
            <p:nvPr/>
          </p:nvSpPr>
          <p:spPr>
            <a:xfrm>
              <a:off x="1738150" y="2450175"/>
              <a:ext cx="29650" cy="9225"/>
            </a:xfrm>
            <a:custGeom>
              <a:avLst/>
              <a:gdLst/>
              <a:ahLst/>
              <a:cxnLst/>
              <a:rect l="l" t="t" r="r" b="b"/>
              <a:pathLst>
                <a:path w="1186" h="369" extrusionOk="0">
                  <a:moveTo>
                    <a:pt x="608" y="0"/>
                  </a:moveTo>
                  <a:cubicBezTo>
                    <a:pt x="456" y="0"/>
                    <a:pt x="274" y="31"/>
                    <a:pt x="152" y="122"/>
                  </a:cubicBezTo>
                  <a:cubicBezTo>
                    <a:pt x="61" y="183"/>
                    <a:pt x="0" y="244"/>
                    <a:pt x="31" y="274"/>
                  </a:cubicBezTo>
                  <a:cubicBezTo>
                    <a:pt x="36" y="284"/>
                    <a:pt x="47" y="288"/>
                    <a:pt x="63" y="288"/>
                  </a:cubicBezTo>
                  <a:cubicBezTo>
                    <a:pt x="144" y="288"/>
                    <a:pt x="355" y="183"/>
                    <a:pt x="608" y="183"/>
                  </a:cubicBezTo>
                  <a:cubicBezTo>
                    <a:pt x="889" y="211"/>
                    <a:pt x="1092" y="369"/>
                    <a:pt x="1169" y="369"/>
                  </a:cubicBezTo>
                  <a:cubicBezTo>
                    <a:pt x="1175" y="369"/>
                    <a:pt x="1181" y="368"/>
                    <a:pt x="1186" y="365"/>
                  </a:cubicBezTo>
                  <a:cubicBezTo>
                    <a:pt x="1186" y="335"/>
                    <a:pt x="1125" y="274"/>
                    <a:pt x="1064" y="183"/>
                  </a:cubicBezTo>
                  <a:cubicBezTo>
                    <a:pt x="942" y="61"/>
                    <a:pt x="790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1767025" y="2532250"/>
              <a:ext cx="40300" cy="22175"/>
            </a:xfrm>
            <a:custGeom>
              <a:avLst/>
              <a:gdLst/>
              <a:ahLst/>
              <a:cxnLst/>
              <a:rect l="l" t="t" r="r" b="b"/>
              <a:pathLst>
                <a:path w="1612" h="887" extrusionOk="0">
                  <a:moveTo>
                    <a:pt x="91" y="0"/>
                  </a:moveTo>
                  <a:lnTo>
                    <a:pt x="91" y="0"/>
                  </a:lnTo>
                  <a:cubicBezTo>
                    <a:pt x="0" y="365"/>
                    <a:pt x="213" y="760"/>
                    <a:pt x="578" y="821"/>
                  </a:cubicBezTo>
                  <a:cubicBezTo>
                    <a:pt x="684" y="865"/>
                    <a:pt x="796" y="886"/>
                    <a:pt x="907" y="886"/>
                  </a:cubicBezTo>
                  <a:cubicBezTo>
                    <a:pt x="1175" y="886"/>
                    <a:pt x="1439" y="763"/>
                    <a:pt x="1611" y="547"/>
                  </a:cubicBezTo>
                  <a:cubicBezTo>
                    <a:pt x="1094" y="426"/>
                    <a:pt x="578" y="243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1722175" y="2596825"/>
              <a:ext cx="75250" cy="39625"/>
            </a:xfrm>
            <a:custGeom>
              <a:avLst/>
              <a:gdLst/>
              <a:ahLst/>
              <a:cxnLst/>
              <a:rect l="l" t="t" r="r" b="b"/>
              <a:pathLst>
                <a:path w="3010" h="1585" extrusionOk="0">
                  <a:moveTo>
                    <a:pt x="1" y="1"/>
                  </a:moveTo>
                  <a:cubicBezTo>
                    <a:pt x="1" y="1"/>
                    <a:pt x="635" y="1585"/>
                    <a:pt x="2771" y="1585"/>
                  </a:cubicBezTo>
                  <a:cubicBezTo>
                    <a:pt x="2829" y="1585"/>
                    <a:pt x="2889" y="1584"/>
                    <a:pt x="2949" y="1581"/>
                  </a:cubicBezTo>
                  <a:lnTo>
                    <a:pt x="3010" y="1004"/>
                  </a:lnTo>
                  <a:cubicBezTo>
                    <a:pt x="1916" y="973"/>
                    <a:pt x="882" y="609"/>
                    <a:pt x="1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1555000" y="2281950"/>
              <a:ext cx="329075" cy="330875"/>
            </a:xfrm>
            <a:custGeom>
              <a:avLst/>
              <a:gdLst/>
              <a:ahLst/>
              <a:cxnLst/>
              <a:rect l="l" t="t" r="r" b="b"/>
              <a:pathLst>
                <a:path w="13163" h="13235" extrusionOk="0">
                  <a:moveTo>
                    <a:pt x="7426" y="1"/>
                  </a:moveTo>
                  <a:cubicBezTo>
                    <a:pt x="7050" y="1"/>
                    <a:pt x="6734" y="42"/>
                    <a:pt x="6475" y="42"/>
                  </a:cubicBezTo>
                  <a:cubicBezTo>
                    <a:pt x="5654" y="42"/>
                    <a:pt x="1612" y="985"/>
                    <a:pt x="244" y="5666"/>
                  </a:cubicBezTo>
                  <a:cubicBezTo>
                    <a:pt x="153" y="6182"/>
                    <a:pt x="62" y="6669"/>
                    <a:pt x="31" y="7155"/>
                  </a:cubicBezTo>
                  <a:cubicBezTo>
                    <a:pt x="1" y="8219"/>
                    <a:pt x="62" y="12413"/>
                    <a:pt x="3891" y="13234"/>
                  </a:cubicBezTo>
                  <a:lnTo>
                    <a:pt x="3709" y="6790"/>
                  </a:lnTo>
                  <a:cubicBezTo>
                    <a:pt x="3709" y="6790"/>
                    <a:pt x="7478" y="6426"/>
                    <a:pt x="8147" y="3021"/>
                  </a:cubicBezTo>
                  <a:cubicBezTo>
                    <a:pt x="8360" y="3538"/>
                    <a:pt x="8755" y="4663"/>
                    <a:pt x="8512" y="5574"/>
                  </a:cubicBezTo>
                  <a:lnTo>
                    <a:pt x="11369" y="6547"/>
                  </a:lnTo>
                  <a:lnTo>
                    <a:pt x="12189" y="6790"/>
                  </a:lnTo>
                  <a:cubicBezTo>
                    <a:pt x="12524" y="5939"/>
                    <a:pt x="12615" y="5027"/>
                    <a:pt x="12433" y="4146"/>
                  </a:cubicBezTo>
                  <a:lnTo>
                    <a:pt x="12433" y="4146"/>
                  </a:lnTo>
                  <a:cubicBezTo>
                    <a:pt x="12615" y="4511"/>
                    <a:pt x="12737" y="4906"/>
                    <a:pt x="12858" y="5270"/>
                  </a:cubicBezTo>
                  <a:cubicBezTo>
                    <a:pt x="13041" y="5939"/>
                    <a:pt x="13041" y="6365"/>
                    <a:pt x="13071" y="6365"/>
                  </a:cubicBezTo>
                  <a:cubicBezTo>
                    <a:pt x="13162" y="6000"/>
                    <a:pt x="13132" y="5605"/>
                    <a:pt x="13041" y="5240"/>
                  </a:cubicBezTo>
                  <a:cubicBezTo>
                    <a:pt x="12858" y="4450"/>
                    <a:pt x="12524" y="3720"/>
                    <a:pt x="12037" y="3082"/>
                  </a:cubicBezTo>
                  <a:cubicBezTo>
                    <a:pt x="11794" y="2656"/>
                    <a:pt x="11521" y="2261"/>
                    <a:pt x="11186" y="1897"/>
                  </a:cubicBezTo>
                  <a:cubicBezTo>
                    <a:pt x="9576" y="243"/>
                    <a:pt x="8330" y="1"/>
                    <a:pt x="74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1793625" y="2457025"/>
              <a:ext cx="21300" cy="68750"/>
            </a:xfrm>
            <a:custGeom>
              <a:avLst/>
              <a:gdLst/>
              <a:ahLst/>
              <a:cxnLst/>
              <a:rect l="l" t="t" r="r" b="b"/>
              <a:pathLst>
                <a:path w="852" h="2750" extrusionOk="0">
                  <a:moveTo>
                    <a:pt x="0" y="0"/>
                  </a:moveTo>
                  <a:cubicBezTo>
                    <a:pt x="0" y="152"/>
                    <a:pt x="61" y="334"/>
                    <a:pt x="122" y="486"/>
                  </a:cubicBezTo>
                  <a:cubicBezTo>
                    <a:pt x="213" y="790"/>
                    <a:pt x="334" y="1216"/>
                    <a:pt x="486" y="1672"/>
                  </a:cubicBezTo>
                  <a:cubicBezTo>
                    <a:pt x="578" y="1915"/>
                    <a:pt x="638" y="2128"/>
                    <a:pt x="699" y="2340"/>
                  </a:cubicBezTo>
                  <a:cubicBezTo>
                    <a:pt x="760" y="2401"/>
                    <a:pt x="760" y="2492"/>
                    <a:pt x="760" y="2584"/>
                  </a:cubicBezTo>
                  <a:cubicBezTo>
                    <a:pt x="730" y="2675"/>
                    <a:pt x="669" y="2675"/>
                    <a:pt x="578" y="2675"/>
                  </a:cubicBezTo>
                  <a:cubicBezTo>
                    <a:pt x="395" y="2675"/>
                    <a:pt x="243" y="2675"/>
                    <a:pt x="61" y="2736"/>
                  </a:cubicBezTo>
                  <a:cubicBezTo>
                    <a:pt x="182" y="2736"/>
                    <a:pt x="290" y="2749"/>
                    <a:pt x="403" y="2749"/>
                  </a:cubicBezTo>
                  <a:cubicBezTo>
                    <a:pt x="459" y="2749"/>
                    <a:pt x="517" y="2746"/>
                    <a:pt x="578" y="2736"/>
                  </a:cubicBezTo>
                  <a:lnTo>
                    <a:pt x="699" y="2736"/>
                  </a:lnTo>
                  <a:cubicBezTo>
                    <a:pt x="760" y="2736"/>
                    <a:pt x="821" y="2675"/>
                    <a:pt x="851" y="2614"/>
                  </a:cubicBezTo>
                  <a:cubicBezTo>
                    <a:pt x="851" y="2523"/>
                    <a:pt x="851" y="2401"/>
                    <a:pt x="790" y="2310"/>
                  </a:cubicBezTo>
                  <a:lnTo>
                    <a:pt x="608" y="1641"/>
                  </a:lnTo>
                  <a:cubicBezTo>
                    <a:pt x="456" y="1185"/>
                    <a:pt x="304" y="760"/>
                    <a:pt x="213" y="456"/>
                  </a:cubicBezTo>
                  <a:cubicBezTo>
                    <a:pt x="152" y="304"/>
                    <a:pt x="91" y="15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>
              <a:off x="1623400" y="2417250"/>
              <a:ext cx="269775" cy="92725"/>
            </a:xfrm>
            <a:custGeom>
              <a:avLst/>
              <a:gdLst/>
              <a:ahLst/>
              <a:cxnLst/>
              <a:rect l="l" t="t" r="r" b="b"/>
              <a:pathLst>
                <a:path w="10791" h="3709" extrusionOk="0">
                  <a:moveTo>
                    <a:pt x="4839" y="1"/>
                  </a:moveTo>
                  <a:cubicBezTo>
                    <a:pt x="4653" y="1"/>
                    <a:pt x="4464" y="30"/>
                    <a:pt x="4286" y="102"/>
                  </a:cubicBezTo>
                  <a:cubicBezTo>
                    <a:pt x="3921" y="223"/>
                    <a:pt x="3617" y="436"/>
                    <a:pt x="3405" y="740"/>
                  </a:cubicBezTo>
                  <a:cubicBezTo>
                    <a:pt x="3192" y="1074"/>
                    <a:pt x="3070" y="1439"/>
                    <a:pt x="3070" y="1834"/>
                  </a:cubicBezTo>
                  <a:cubicBezTo>
                    <a:pt x="3070" y="1956"/>
                    <a:pt x="3070" y="2077"/>
                    <a:pt x="3101" y="2229"/>
                  </a:cubicBezTo>
                  <a:cubicBezTo>
                    <a:pt x="2888" y="2229"/>
                    <a:pt x="2280" y="2321"/>
                    <a:pt x="1581" y="2473"/>
                  </a:cubicBezTo>
                  <a:cubicBezTo>
                    <a:pt x="1064" y="2564"/>
                    <a:pt x="517" y="2685"/>
                    <a:pt x="0" y="2868"/>
                  </a:cubicBezTo>
                  <a:cubicBezTo>
                    <a:pt x="547" y="2807"/>
                    <a:pt x="1095" y="2746"/>
                    <a:pt x="1611" y="2624"/>
                  </a:cubicBezTo>
                  <a:cubicBezTo>
                    <a:pt x="2310" y="2473"/>
                    <a:pt x="2918" y="2351"/>
                    <a:pt x="3101" y="2260"/>
                  </a:cubicBezTo>
                  <a:cubicBezTo>
                    <a:pt x="3222" y="2898"/>
                    <a:pt x="3678" y="3384"/>
                    <a:pt x="4256" y="3597"/>
                  </a:cubicBezTo>
                  <a:cubicBezTo>
                    <a:pt x="4469" y="3672"/>
                    <a:pt x="4685" y="3709"/>
                    <a:pt x="4897" y="3709"/>
                  </a:cubicBezTo>
                  <a:cubicBezTo>
                    <a:pt x="5292" y="3709"/>
                    <a:pt x="5672" y="3580"/>
                    <a:pt x="5988" y="3324"/>
                  </a:cubicBezTo>
                  <a:cubicBezTo>
                    <a:pt x="6323" y="3080"/>
                    <a:pt x="6566" y="2716"/>
                    <a:pt x="6627" y="2321"/>
                  </a:cubicBezTo>
                  <a:cubicBezTo>
                    <a:pt x="6657" y="2199"/>
                    <a:pt x="6687" y="2077"/>
                    <a:pt x="6687" y="1986"/>
                  </a:cubicBezTo>
                  <a:lnTo>
                    <a:pt x="6900" y="1986"/>
                  </a:lnTo>
                  <a:cubicBezTo>
                    <a:pt x="6991" y="1986"/>
                    <a:pt x="7083" y="1986"/>
                    <a:pt x="7174" y="1956"/>
                  </a:cubicBezTo>
                  <a:cubicBezTo>
                    <a:pt x="7174" y="2321"/>
                    <a:pt x="7295" y="2655"/>
                    <a:pt x="7508" y="2959"/>
                  </a:cubicBezTo>
                  <a:cubicBezTo>
                    <a:pt x="7721" y="3232"/>
                    <a:pt x="8025" y="3476"/>
                    <a:pt x="8359" y="3597"/>
                  </a:cubicBezTo>
                  <a:cubicBezTo>
                    <a:pt x="8562" y="3668"/>
                    <a:pt x="8768" y="3702"/>
                    <a:pt x="8970" y="3702"/>
                  </a:cubicBezTo>
                  <a:cubicBezTo>
                    <a:pt x="9376" y="3702"/>
                    <a:pt x="9768" y="3567"/>
                    <a:pt x="10092" y="3324"/>
                  </a:cubicBezTo>
                  <a:cubicBezTo>
                    <a:pt x="10426" y="3050"/>
                    <a:pt x="10669" y="2716"/>
                    <a:pt x="10760" y="2321"/>
                  </a:cubicBezTo>
                  <a:cubicBezTo>
                    <a:pt x="10791" y="2199"/>
                    <a:pt x="10791" y="2077"/>
                    <a:pt x="10791" y="1986"/>
                  </a:cubicBezTo>
                  <a:cubicBezTo>
                    <a:pt x="10791" y="1956"/>
                    <a:pt x="10791" y="1895"/>
                    <a:pt x="10791" y="1865"/>
                  </a:cubicBezTo>
                  <a:cubicBezTo>
                    <a:pt x="10760" y="1865"/>
                    <a:pt x="10791" y="2017"/>
                    <a:pt x="10700" y="2290"/>
                  </a:cubicBezTo>
                  <a:cubicBezTo>
                    <a:pt x="10608" y="2685"/>
                    <a:pt x="10365" y="3020"/>
                    <a:pt x="10061" y="3232"/>
                  </a:cubicBezTo>
                  <a:cubicBezTo>
                    <a:pt x="9849" y="3415"/>
                    <a:pt x="9605" y="3506"/>
                    <a:pt x="9332" y="3567"/>
                  </a:cubicBezTo>
                  <a:cubicBezTo>
                    <a:pt x="9231" y="3587"/>
                    <a:pt x="9129" y="3597"/>
                    <a:pt x="9028" y="3597"/>
                  </a:cubicBezTo>
                  <a:cubicBezTo>
                    <a:pt x="8825" y="3597"/>
                    <a:pt x="8623" y="3557"/>
                    <a:pt x="8420" y="3476"/>
                  </a:cubicBezTo>
                  <a:cubicBezTo>
                    <a:pt x="7356" y="3080"/>
                    <a:pt x="6961" y="1773"/>
                    <a:pt x="7630" y="862"/>
                  </a:cubicBezTo>
                  <a:cubicBezTo>
                    <a:pt x="7812" y="558"/>
                    <a:pt x="8086" y="375"/>
                    <a:pt x="8420" y="254"/>
                  </a:cubicBezTo>
                  <a:cubicBezTo>
                    <a:pt x="8615" y="178"/>
                    <a:pt x="8818" y="141"/>
                    <a:pt x="9020" y="141"/>
                  </a:cubicBezTo>
                  <a:cubicBezTo>
                    <a:pt x="9385" y="141"/>
                    <a:pt x="9748" y="262"/>
                    <a:pt x="10061" y="497"/>
                  </a:cubicBezTo>
                  <a:cubicBezTo>
                    <a:pt x="10365" y="710"/>
                    <a:pt x="10608" y="1044"/>
                    <a:pt x="10700" y="1439"/>
                  </a:cubicBezTo>
                  <a:cubicBezTo>
                    <a:pt x="10791" y="1713"/>
                    <a:pt x="10791" y="1865"/>
                    <a:pt x="10791" y="1865"/>
                  </a:cubicBezTo>
                  <a:cubicBezTo>
                    <a:pt x="10791" y="1834"/>
                    <a:pt x="10791" y="1773"/>
                    <a:pt x="10791" y="1743"/>
                  </a:cubicBezTo>
                  <a:cubicBezTo>
                    <a:pt x="10791" y="1652"/>
                    <a:pt x="10791" y="1530"/>
                    <a:pt x="10760" y="1439"/>
                  </a:cubicBezTo>
                  <a:cubicBezTo>
                    <a:pt x="10669" y="1014"/>
                    <a:pt x="10426" y="679"/>
                    <a:pt x="10092" y="406"/>
                  </a:cubicBezTo>
                  <a:cubicBezTo>
                    <a:pt x="9879" y="223"/>
                    <a:pt x="9636" y="102"/>
                    <a:pt x="9332" y="71"/>
                  </a:cubicBezTo>
                  <a:cubicBezTo>
                    <a:pt x="9206" y="46"/>
                    <a:pt x="9075" y="31"/>
                    <a:pt x="8943" y="31"/>
                  </a:cubicBezTo>
                  <a:cubicBezTo>
                    <a:pt x="8756" y="31"/>
                    <a:pt x="8568" y="61"/>
                    <a:pt x="8390" y="132"/>
                  </a:cubicBezTo>
                  <a:cubicBezTo>
                    <a:pt x="8025" y="254"/>
                    <a:pt x="7751" y="466"/>
                    <a:pt x="7508" y="770"/>
                  </a:cubicBezTo>
                  <a:cubicBezTo>
                    <a:pt x="7295" y="1105"/>
                    <a:pt x="7174" y="1469"/>
                    <a:pt x="7174" y="1865"/>
                  </a:cubicBezTo>
                  <a:cubicBezTo>
                    <a:pt x="7174" y="1865"/>
                    <a:pt x="7174" y="1865"/>
                    <a:pt x="7174" y="1895"/>
                  </a:cubicBezTo>
                  <a:cubicBezTo>
                    <a:pt x="7083" y="1865"/>
                    <a:pt x="6991" y="1865"/>
                    <a:pt x="6900" y="1865"/>
                  </a:cubicBezTo>
                  <a:lnTo>
                    <a:pt x="6687" y="1865"/>
                  </a:lnTo>
                  <a:cubicBezTo>
                    <a:pt x="6627" y="1865"/>
                    <a:pt x="6566" y="1895"/>
                    <a:pt x="6566" y="1895"/>
                  </a:cubicBezTo>
                  <a:cubicBezTo>
                    <a:pt x="6566" y="1925"/>
                    <a:pt x="6596" y="1956"/>
                    <a:pt x="6657" y="1956"/>
                  </a:cubicBezTo>
                  <a:cubicBezTo>
                    <a:pt x="6657" y="2047"/>
                    <a:pt x="6627" y="2169"/>
                    <a:pt x="6596" y="2290"/>
                  </a:cubicBezTo>
                  <a:cubicBezTo>
                    <a:pt x="6505" y="2655"/>
                    <a:pt x="6262" y="2989"/>
                    <a:pt x="5958" y="3232"/>
                  </a:cubicBezTo>
                  <a:cubicBezTo>
                    <a:pt x="5745" y="3384"/>
                    <a:pt x="5472" y="3506"/>
                    <a:pt x="5228" y="3536"/>
                  </a:cubicBezTo>
                  <a:cubicBezTo>
                    <a:pt x="5121" y="3558"/>
                    <a:pt x="5009" y="3568"/>
                    <a:pt x="4898" y="3568"/>
                  </a:cubicBezTo>
                  <a:cubicBezTo>
                    <a:pt x="4695" y="3568"/>
                    <a:pt x="4493" y="3534"/>
                    <a:pt x="4317" y="3476"/>
                  </a:cubicBezTo>
                  <a:cubicBezTo>
                    <a:pt x="3253" y="3080"/>
                    <a:pt x="2827" y="1743"/>
                    <a:pt x="3526" y="831"/>
                  </a:cubicBezTo>
                  <a:cubicBezTo>
                    <a:pt x="3851" y="362"/>
                    <a:pt x="4369" y="118"/>
                    <a:pt x="4902" y="118"/>
                  </a:cubicBezTo>
                  <a:cubicBezTo>
                    <a:pt x="5266" y="118"/>
                    <a:pt x="5637" y="232"/>
                    <a:pt x="5958" y="466"/>
                  </a:cubicBezTo>
                  <a:cubicBezTo>
                    <a:pt x="6262" y="679"/>
                    <a:pt x="6505" y="1014"/>
                    <a:pt x="6596" y="1409"/>
                  </a:cubicBezTo>
                  <a:cubicBezTo>
                    <a:pt x="6687" y="1682"/>
                    <a:pt x="6687" y="1834"/>
                    <a:pt x="6687" y="1834"/>
                  </a:cubicBezTo>
                  <a:cubicBezTo>
                    <a:pt x="6687" y="1804"/>
                    <a:pt x="6687" y="1743"/>
                    <a:pt x="6687" y="1713"/>
                  </a:cubicBezTo>
                  <a:cubicBezTo>
                    <a:pt x="6687" y="1621"/>
                    <a:pt x="6657" y="1500"/>
                    <a:pt x="6627" y="1409"/>
                  </a:cubicBezTo>
                  <a:cubicBezTo>
                    <a:pt x="6566" y="983"/>
                    <a:pt x="6323" y="649"/>
                    <a:pt x="5988" y="375"/>
                  </a:cubicBezTo>
                  <a:cubicBezTo>
                    <a:pt x="5776" y="193"/>
                    <a:pt x="5532" y="71"/>
                    <a:pt x="5228" y="41"/>
                  </a:cubicBezTo>
                  <a:cubicBezTo>
                    <a:pt x="5103" y="16"/>
                    <a:pt x="4971" y="1"/>
                    <a:pt x="48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/>
            <p:cNvSpPr/>
            <p:nvPr/>
          </p:nvSpPr>
          <p:spPr>
            <a:xfrm>
              <a:off x="1461550" y="2544325"/>
              <a:ext cx="156550" cy="136875"/>
            </a:xfrm>
            <a:custGeom>
              <a:avLst/>
              <a:gdLst/>
              <a:ahLst/>
              <a:cxnLst/>
              <a:rect l="l" t="t" r="r" b="b"/>
              <a:pathLst>
                <a:path w="6262" h="5475" extrusionOk="0">
                  <a:moveTo>
                    <a:pt x="4500" y="0"/>
                  </a:moveTo>
                  <a:cubicBezTo>
                    <a:pt x="4469" y="0"/>
                    <a:pt x="4438" y="1"/>
                    <a:pt x="4407" y="4"/>
                  </a:cubicBezTo>
                  <a:lnTo>
                    <a:pt x="5028" y="476"/>
                  </a:lnTo>
                  <a:lnTo>
                    <a:pt x="5028" y="476"/>
                  </a:lnTo>
                  <a:cubicBezTo>
                    <a:pt x="4814" y="317"/>
                    <a:pt x="4560" y="248"/>
                    <a:pt x="4296" y="248"/>
                  </a:cubicBezTo>
                  <a:cubicBezTo>
                    <a:pt x="3885" y="248"/>
                    <a:pt x="3448" y="416"/>
                    <a:pt x="3100" y="672"/>
                  </a:cubicBezTo>
                  <a:cubicBezTo>
                    <a:pt x="2584" y="1128"/>
                    <a:pt x="2128" y="1675"/>
                    <a:pt x="1733" y="2253"/>
                  </a:cubicBezTo>
                  <a:cubicBezTo>
                    <a:pt x="1277" y="2800"/>
                    <a:pt x="699" y="3317"/>
                    <a:pt x="0" y="3347"/>
                  </a:cubicBezTo>
                  <a:cubicBezTo>
                    <a:pt x="234" y="4187"/>
                    <a:pt x="983" y="4675"/>
                    <a:pt x="1747" y="4675"/>
                  </a:cubicBezTo>
                  <a:cubicBezTo>
                    <a:pt x="2085" y="4675"/>
                    <a:pt x="2426" y="4579"/>
                    <a:pt x="2727" y="4376"/>
                  </a:cubicBezTo>
                  <a:lnTo>
                    <a:pt x="2727" y="4376"/>
                  </a:lnTo>
                  <a:cubicBezTo>
                    <a:pt x="2626" y="4470"/>
                    <a:pt x="2533" y="4577"/>
                    <a:pt x="2462" y="4684"/>
                  </a:cubicBezTo>
                  <a:cubicBezTo>
                    <a:pt x="2341" y="4897"/>
                    <a:pt x="2371" y="5171"/>
                    <a:pt x="2523" y="5353"/>
                  </a:cubicBezTo>
                  <a:cubicBezTo>
                    <a:pt x="2624" y="5434"/>
                    <a:pt x="2753" y="5475"/>
                    <a:pt x="2881" y="5475"/>
                  </a:cubicBezTo>
                  <a:cubicBezTo>
                    <a:pt x="2945" y="5475"/>
                    <a:pt x="3009" y="5465"/>
                    <a:pt x="3070" y="5444"/>
                  </a:cubicBezTo>
                  <a:cubicBezTo>
                    <a:pt x="4955" y="5232"/>
                    <a:pt x="6262" y="3529"/>
                    <a:pt x="6018" y="1675"/>
                  </a:cubicBezTo>
                  <a:cubicBezTo>
                    <a:pt x="5988" y="1250"/>
                    <a:pt x="5806" y="824"/>
                    <a:pt x="5532" y="490"/>
                  </a:cubicBezTo>
                  <a:cubicBezTo>
                    <a:pt x="5278" y="180"/>
                    <a:pt x="4894" y="0"/>
                    <a:pt x="45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/>
            <p:cNvSpPr/>
            <p:nvPr/>
          </p:nvSpPr>
          <p:spPr>
            <a:xfrm>
              <a:off x="1571725" y="2549600"/>
              <a:ext cx="42575" cy="51050"/>
            </a:xfrm>
            <a:custGeom>
              <a:avLst/>
              <a:gdLst/>
              <a:ahLst/>
              <a:cxnLst/>
              <a:rect l="l" t="t" r="r" b="b"/>
              <a:pathLst>
                <a:path w="1703" h="2042" extrusionOk="0">
                  <a:moveTo>
                    <a:pt x="147" y="1"/>
                  </a:moveTo>
                  <a:cubicBezTo>
                    <a:pt x="51" y="1"/>
                    <a:pt x="0" y="18"/>
                    <a:pt x="0" y="36"/>
                  </a:cubicBezTo>
                  <a:cubicBezTo>
                    <a:pt x="0" y="66"/>
                    <a:pt x="152" y="96"/>
                    <a:pt x="396" y="188"/>
                  </a:cubicBezTo>
                  <a:cubicBezTo>
                    <a:pt x="700" y="279"/>
                    <a:pt x="973" y="461"/>
                    <a:pt x="1186" y="735"/>
                  </a:cubicBezTo>
                  <a:cubicBezTo>
                    <a:pt x="1399" y="978"/>
                    <a:pt x="1520" y="1282"/>
                    <a:pt x="1581" y="1616"/>
                  </a:cubicBezTo>
                  <a:cubicBezTo>
                    <a:pt x="1611" y="1890"/>
                    <a:pt x="1581" y="2042"/>
                    <a:pt x="1611" y="2042"/>
                  </a:cubicBezTo>
                  <a:cubicBezTo>
                    <a:pt x="1642" y="2042"/>
                    <a:pt x="1703" y="1890"/>
                    <a:pt x="1703" y="1616"/>
                  </a:cubicBezTo>
                  <a:cubicBezTo>
                    <a:pt x="1703" y="1252"/>
                    <a:pt x="1581" y="887"/>
                    <a:pt x="1338" y="613"/>
                  </a:cubicBezTo>
                  <a:cubicBezTo>
                    <a:pt x="1095" y="309"/>
                    <a:pt x="791" y="127"/>
                    <a:pt x="426" y="36"/>
                  </a:cubicBezTo>
                  <a:cubicBezTo>
                    <a:pt x="310" y="10"/>
                    <a:pt x="216" y="1"/>
                    <a:pt x="1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/>
            <p:cNvSpPr/>
            <p:nvPr/>
          </p:nvSpPr>
          <p:spPr>
            <a:xfrm>
              <a:off x="1873400" y="2553525"/>
              <a:ext cx="77525" cy="43575"/>
            </a:xfrm>
            <a:custGeom>
              <a:avLst/>
              <a:gdLst/>
              <a:ahLst/>
              <a:cxnLst/>
              <a:rect l="l" t="t" r="r" b="b"/>
              <a:pathLst>
                <a:path w="3101" h="1743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243"/>
                    <a:pt x="153" y="456"/>
                    <a:pt x="335" y="639"/>
                  </a:cubicBezTo>
                  <a:cubicBezTo>
                    <a:pt x="517" y="851"/>
                    <a:pt x="700" y="1064"/>
                    <a:pt x="912" y="1216"/>
                  </a:cubicBezTo>
                  <a:cubicBezTo>
                    <a:pt x="1156" y="1429"/>
                    <a:pt x="1460" y="1611"/>
                    <a:pt x="1794" y="1702"/>
                  </a:cubicBezTo>
                  <a:cubicBezTo>
                    <a:pt x="1891" y="1729"/>
                    <a:pt x="1994" y="1743"/>
                    <a:pt x="2097" y="1743"/>
                  </a:cubicBezTo>
                  <a:cubicBezTo>
                    <a:pt x="2348" y="1743"/>
                    <a:pt x="2603" y="1662"/>
                    <a:pt x="2797" y="1490"/>
                  </a:cubicBezTo>
                  <a:cubicBezTo>
                    <a:pt x="3010" y="1307"/>
                    <a:pt x="3101" y="973"/>
                    <a:pt x="3010" y="699"/>
                  </a:cubicBezTo>
                  <a:cubicBezTo>
                    <a:pt x="2919" y="517"/>
                    <a:pt x="2736" y="365"/>
                    <a:pt x="2554" y="335"/>
                  </a:cubicBezTo>
                  <a:cubicBezTo>
                    <a:pt x="2402" y="335"/>
                    <a:pt x="2341" y="395"/>
                    <a:pt x="2341" y="395"/>
                  </a:cubicBezTo>
                  <a:cubicBezTo>
                    <a:pt x="2341" y="395"/>
                    <a:pt x="2432" y="395"/>
                    <a:pt x="2523" y="426"/>
                  </a:cubicBezTo>
                  <a:cubicBezTo>
                    <a:pt x="2675" y="487"/>
                    <a:pt x="2827" y="578"/>
                    <a:pt x="2858" y="730"/>
                  </a:cubicBezTo>
                  <a:cubicBezTo>
                    <a:pt x="2919" y="973"/>
                    <a:pt x="2858" y="1216"/>
                    <a:pt x="2675" y="1368"/>
                  </a:cubicBezTo>
                  <a:cubicBezTo>
                    <a:pt x="2506" y="1495"/>
                    <a:pt x="2307" y="1549"/>
                    <a:pt x="2109" y="1549"/>
                  </a:cubicBezTo>
                  <a:cubicBezTo>
                    <a:pt x="2023" y="1549"/>
                    <a:pt x="1938" y="1538"/>
                    <a:pt x="1855" y="1520"/>
                  </a:cubicBezTo>
                  <a:cubicBezTo>
                    <a:pt x="1551" y="1398"/>
                    <a:pt x="1277" y="1277"/>
                    <a:pt x="1034" y="1064"/>
                  </a:cubicBezTo>
                  <a:cubicBezTo>
                    <a:pt x="821" y="912"/>
                    <a:pt x="608" y="760"/>
                    <a:pt x="456" y="547"/>
                  </a:cubicBezTo>
                  <a:cubicBezTo>
                    <a:pt x="153" y="2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/>
            <p:cNvSpPr/>
            <p:nvPr/>
          </p:nvSpPr>
          <p:spPr>
            <a:xfrm>
              <a:off x="1457750" y="2565675"/>
              <a:ext cx="102600" cy="44375"/>
            </a:xfrm>
            <a:custGeom>
              <a:avLst/>
              <a:gdLst/>
              <a:ahLst/>
              <a:cxnLst/>
              <a:rect l="l" t="t" r="r" b="b"/>
              <a:pathLst>
                <a:path w="4104" h="1775" extrusionOk="0">
                  <a:moveTo>
                    <a:pt x="4104" y="1"/>
                  </a:moveTo>
                  <a:cubicBezTo>
                    <a:pt x="3891" y="1"/>
                    <a:pt x="3648" y="61"/>
                    <a:pt x="3435" y="183"/>
                  </a:cubicBezTo>
                  <a:cubicBezTo>
                    <a:pt x="2979" y="426"/>
                    <a:pt x="2523" y="730"/>
                    <a:pt x="2097" y="1095"/>
                  </a:cubicBezTo>
                  <a:cubicBezTo>
                    <a:pt x="1672" y="1429"/>
                    <a:pt x="1186" y="1612"/>
                    <a:pt x="638" y="1642"/>
                  </a:cubicBezTo>
                  <a:cubicBezTo>
                    <a:pt x="426" y="1612"/>
                    <a:pt x="213" y="1581"/>
                    <a:pt x="0" y="1520"/>
                  </a:cubicBezTo>
                  <a:lnTo>
                    <a:pt x="0" y="1520"/>
                  </a:lnTo>
                  <a:cubicBezTo>
                    <a:pt x="159" y="1680"/>
                    <a:pt x="342" y="1769"/>
                    <a:pt x="547" y="1769"/>
                  </a:cubicBezTo>
                  <a:cubicBezTo>
                    <a:pt x="577" y="1769"/>
                    <a:pt x="608" y="1767"/>
                    <a:pt x="638" y="1764"/>
                  </a:cubicBezTo>
                  <a:cubicBezTo>
                    <a:pt x="699" y="1771"/>
                    <a:pt x="762" y="1775"/>
                    <a:pt x="826" y="1775"/>
                  </a:cubicBezTo>
                  <a:cubicBezTo>
                    <a:pt x="1016" y="1775"/>
                    <a:pt x="1216" y="1741"/>
                    <a:pt x="1398" y="1672"/>
                  </a:cubicBezTo>
                  <a:cubicBezTo>
                    <a:pt x="1702" y="1581"/>
                    <a:pt x="1976" y="1429"/>
                    <a:pt x="2219" y="1247"/>
                  </a:cubicBezTo>
                  <a:cubicBezTo>
                    <a:pt x="2736" y="882"/>
                    <a:pt x="3161" y="517"/>
                    <a:pt x="3526" y="305"/>
                  </a:cubicBezTo>
                  <a:cubicBezTo>
                    <a:pt x="3860" y="92"/>
                    <a:pt x="4104" y="31"/>
                    <a:pt x="41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>
              <a:off x="1608200" y="2361275"/>
              <a:ext cx="148200" cy="88175"/>
            </a:xfrm>
            <a:custGeom>
              <a:avLst/>
              <a:gdLst/>
              <a:ahLst/>
              <a:cxnLst/>
              <a:rect l="l" t="t" r="r" b="b"/>
              <a:pathLst>
                <a:path w="5928" h="3527" extrusionOk="0">
                  <a:moveTo>
                    <a:pt x="5928" y="0"/>
                  </a:moveTo>
                  <a:cubicBezTo>
                    <a:pt x="5897" y="0"/>
                    <a:pt x="5776" y="395"/>
                    <a:pt x="5411" y="942"/>
                  </a:cubicBezTo>
                  <a:cubicBezTo>
                    <a:pt x="4469" y="2432"/>
                    <a:pt x="2827" y="3344"/>
                    <a:pt x="1095" y="3374"/>
                  </a:cubicBezTo>
                  <a:cubicBezTo>
                    <a:pt x="997" y="3379"/>
                    <a:pt x="904" y="3380"/>
                    <a:pt x="817" y="3380"/>
                  </a:cubicBezTo>
                  <a:cubicBezTo>
                    <a:pt x="397" y="3380"/>
                    <a:pt x="113" y="3337"/>
                    <a:pt x="27" y="3337"/>
                  </a:cubicBezTo>
                  <a:cubicBezTo>
                    <a:pt x="10" y="3337"/>
                    <a:pt x="0" y="3339"/>
                    <a:pt x="0" y="3344"/>
                  </a:cubicBezTo>
                  <a:cubicBezTo>
                    <a:pt x="0" y="3344"/>
                    <a:pt x="122" y="3404"/>
                    <a:pt x="304" y="3435"/>
                  </a:cubicBezTo>
                  <a:cubicBezTo>
                    <a:pt x="548" y="3496"/>
                    <a:pt x="821" y="3526"/>
                    <a:pt x="1095" y="3526"/>
                  </a:cubicBezTo>
                  <a:cubicBezTo>
                    <a:pt x="1122" y="3527"/>
                    <a:pt x="1150" y="3527"/>
                    <a:pt x="1178" y="3527"/>
                  </a:cubicBezTo>
                  <a:cubicBezTo>
                    <a:pt x="2969" y="3527"/>
                    <a:pt x="4605" y="2560"/>
                    <a:pt x="5532" y="1034"/>
                  </a:cubicBezTo>
                  <a:cubicBezTo>
                    <a:pt x="5654" y="790"/>
                    <a:pt x="5776" y="547"/>
                    <a:pt x="5867" y="304"/>
                  </a:cubicBezTo>
                  <a:cubicBezTo>
                    <a:pt x="5897" y="213"/>
                    <a:pt x="5928" y="91"/>
                    <a:pt x="59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/>
            <p:cNvSpPr/>
            <p:nvPr/>
          </p:nvSpPr>
          <p:spPr>
            <a:xfrm>
              <a:off x="1354400" y="2862025"/>
              <a:ext cx="618575" cy="83050"/>
            </a:xfrm>
            <a:custGeom>
              <a:avLst/>
              <a:gdLst/>
              <a:ahLst/>
              <a:cxnLst/>
              <a:rect l="l" t="t" r="r" b="b"/>
              <a:pathLst>
                <a:path w="24743" h="3322" extrusionOk="0">
                  <a:moveTo>
                    <a:pt x="24438" y="1"/>
                  </a:moveTo>
                  <a:cubicBezTo>
                    <a:pt x="24165" y="1"/>
                    <a:pt x="23891" y="92"/>
                    <a:pt x="23648" y="214"/>
                  </a:cubicBezTo>
                  <a:cubicBezTo>
                    <a:pt x="23253" y="457"/>
                    <a:pt x="22949" y="761"/>
                    <a:pt x="22675" y="1095"/>
                  </a:cubicBezTo>
                  <a:cubicBezTo>
                    <a:pt x="22341" y="1551"/>
                    <a:pt x="21916" y="1946"/>
                    <a:pt x="21460" y="2281"/>
                  </a:cubicBezTo>
                  <a:cubicBezTo>
                    <a:pt x="20882" y="2645"/>
                    <a:pt x="20213" y="2858"/>
                    <a:pt x="19545" y="2888"/>
                  </a:cubicBezTo>
                  <a:cubicBezTo>
                    <a:pt x="19455" y="2895"/>
                    <a:pt x="19366" y="2899"/>
                    <a:pt x="19276" y="2899"/>
                  </a:cubicBezTo>
                  <a:cubicBezTo>
                    <a:pt x="18577" y="2899"/>
                    <a:pt x="17888" y="2692"/>
                    <a:pt x="17295" y="2341"/>
                  </a:cubicBezTo>
                  <a:cubicBezTo>
                    <a:pt x="16596" y="1946"/>
                    <a:pt x="15988" y="1247"/>
                    <a:pt x="15107" y="852"/>
                  </a:cubicBezTo>
                  <a:cubicBezTo>
                    <a:pt x="14792" y="726"/>
                    <a:pt x="14463" y="658"/>
                    <a:pt x="14139" y="658"/>
                  </a:cubicBezTo>
                  <a:cubicBezTo>
                    <a:pt x="13994" y="658"/>
                    <a:pt x="13850" y="672"/>
                    <a:pt x="13709" y="700"/>
                  </a:cubicBezTo>
                  <a:cubicBezTo>
                    <a:pt x="13222" y="761"/>
                    <a:pt x="12736" y="913"/>
                    <a:pt x="12311" y="1156"/>
                  </a:cubicBezTo>
                  <a:cubicBezTo>
                    <a:pt x="11399" y="1612"/>
                    <a:pt x="10700" y="2220"/>
                    <a:pt x="9879" y="2645"/>
                  </a:cubicBezTo>
                  <a:cubicBezTo>
                    <a:pt x="9311" y="2963"/>
                    <a:pt x="8693" y="3128"/>
                    <a:pt x="8049" y="3128"/>
                  </a:cubicBezTo>
                  <a:cubicBezTo>
                    <a:pt x="7831" y="3128"/>
                    <a:pt x="7610" y="3109"/>
                    <a:pt x="7386" y="3071"/>
                  </a:cubicBezTo>
                  <a:cubicBezTo>
                    <a:pt x="6627" y="2949"/>
                    <a:pt x="5897" y="2585"/>
                    <a:pt x="5350" y="2007"/>
                  </a:cubicBezTo>
                  <a:cubicBezTo>
                    <a:pt x="4833" y="1521"/>
                    <a:pt x="4377" y="943"/>
                    <a:pt x="3800" y="639"/>
                  </a:cubicBezTo>
                  <a:cubicBezTo>
                    <a:pt x="3335" y="393"/>
                    <a:pt x="2820" y="270"/>
                    <a:pt x="2279" y="270"/>
                  </a:cubicBezTo>
                  <a:cubicBezTo>
                    <a:pt x="2219" y="270"/>
                    <a:pt x="2158" y="271"/>
                    <a:pt x="2098" y="274"/>
                  </a:cubicBezTo>
                  <a:cubicBezTo>
                    <a:pt x="1672" y="305"/>
                    <a:pt x="1247" y="426"/>
                    <a:pt x="851" y="639"/>
                  </a:cubicBezTo>
                  <a:cubicBezTo>
                    <a:pt x="608" y="761"/>
                    <a:pt x="365" y="913"/>
                    <a:pt x="183" y="1095"/>
                  </a:cubicBezTo>
                  <a:cubicBezTo>
                    <a:pt x="122" y="1186"/>
                    <a:pt x="61" y="1247"/>
                    <a:pt x="0" y="1338"/>
                  </a:cubicBezTo>
                  <a:cubicBezTo>
                    <a:pt x="61" y="1277"/>
                    <a:pt x="152" y="1217"/>
                    <a:pt x="213" y="1126"/>
                  </a:cubicBezTo>
                  <a:cubicBezTo>
                    <a:pt x="426" y="974"/>
                    <a:pt x="639" y="822"/>
                    <a:pt x="882" y="700"/>
                  </a:cubicBezTo>
                  <a:cubicBezTo>
                    <a:pt x="1277" y="518"/>
                    <a:pt x="1672" y="426"/>
                    <a:pt x="2098" y="396"/>
                  </a:cubicBezTo>
                  <a:cubicBezTo>
                    <a:pt x="2155" y="393"/>
                    <a:pt x="2213" y="391"/>
                    <a:pt x="2270" y="391"/>
                  </a:cubicBezTo>
                  <a:cubicBezTo>
                    <a:pt x="2784" y="391"/>
                    <a:pt x="3274" y="515"/>
                    <a:pt x="3739" y="761"/>
                  </a:cubicBezTo>
                  <a:cubicBezTo>
                    <a:pt x="4286" y="1065"/>
                    <a:pt x="4712" y="1612"/>
                    <a:pt x="5259" y="2159"/>
                  </a:cubicBezTo>
                  <a:cubicBezTo>
                    <a:pt x="5806" y="2736"/>
                    <a:pt x="6566" y="3132"/>
                    <a:pt x="7356" y="3253"/>
                  </a:cubicBezTo>
                  <a:cubicBezTo>
                    <a:pt x="7584" y="3299"/>
                    <a:pt x="7812" y="3322"/>
                    <a:pt x="8036" y="3322"/>
                  </a:cubicBezTo>
                  <a:cubicBezTo>
                    <a:pt x="8260" y="3322"/>
                    <a:pt x="8481" y="3299"/>
                    <a:pt x="8693" y="3253"/>
                  </a:cubicBezTo>
                  <a:cubicBezTo>
                    <a:pt x="9149" y="3192"/>
                    <a:pt x="9575" y="3040"/>
                    <a:pt x="9970" y="2797"/>
                  </a:cubicBezTo>
                  <a:cubicBezTo>
                    <a:pt x="10821" y="2372"/>
                    <a:pt x="11551" y="1794"/>
                    <a:pt x="12402" y="1338"/>
                  </a:cubicBezTo>
                  <a:cubicBezTo>
                    <a:pt x="12962" y="1058"/>
                    <a:pt x="13575" y="883"/>
                    <a:pt x="14163" y="883"/>
                  </a:cubicBezTo>
                  <a:cubicBezTo>
                    <a:pt x="14468" y="883"/>
                    <a:pt x="14766" y="930"/>
                    <a:pt x="15046" y="1034"/>
                  </a:cubicBezTo>
                  <a:cubicBezTo>
                    <a:pt x="15867" y="1369"/>
                    <a:pt x="16475" y="2068"/>
                    <a:pt x="17235" y="2524"/>
                  </a:cubicBezTo>
                  <a:cubicBezTo>
                    <a:pt x="17884" y="2891"/>
                    <a:pt x="18638" y="3074"/>
                    <a:pt x="19399" y="3074"/>
                  </a:cubicBezTo>
                  <a:cubicBezTo>
                    <a:pt x="19458" y="3074"/>
                    <a:pt x="19517" y="3073"/>
                    <a:pt x="19575" y="3071"/>
                  </a:cubicBezTo>
                  <a:cubicBezTo>
                    <a:pt x="20274" y="3010"/>
                    <a:pt x="20943" y="2797"/>
                    <a:pt x="21551" y="2402"/>
                  </a:cubicBezTo>
                  <a:cubicBezTo>
                    <a:pt x="22037" y="2068"/>
                    <a:pt x="22432" y="1673"/>
                    <a:pt x="22767" y="1186"/>
                  </a:cubicBezTo>
                  <a:cubicBezTo>
                    <a:pt x="23040" y="852"/>
                    <a:pt x="23344" y="548"/>
                    <a:pt x="23709" y="305"/>
                  </a:cubicBezTo>
                  <a:cubicBezTo>
                    <a:pt x="23922" y="153"/>
                    <a:pt x="24195" y="62"/>
                    <a:pt x="24469" y="62"/>
                  </a:cubicBezTo>
                  <a:lnTo>
                    <a:pt x="24742" y="62"/>
                  </a:lnTo>
                  <a:cubicBezTo>
                    <a:pt x="24651" y="31"/>
                    <a:pt x="24530" y="1"/>
                    <a:pt x="24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/>
            <p:cNvSpPr/>
            <p:nvPr/>
          </p:nvSpPr>
          <p:spPr>
            <a:xfrm>
              <a:off x="1458500" y="2760750"/>
              <a:ext cx="449875" cy="89200"/>
            </a:xfrm>
            <a:custGeom>
              <a:avLst/>
              <a:gdLst/>
              <a:ahLst/>
              <a:cxnLst/>
              <a:rect l="l" t="t" r="r" b="b"/>
              <a:pathLst>
                <a:path w="17995" h="3568" extrusionOk="0">
                  <a:moveTo>
                    <a:pt x="2008" y="1"/>
                  </a:moveTo>
                  <a:cubicBezTo>
                    <a:pt x="1563" y="1"/>
                    <a:pt x="1119" y="69"/>
                    <a:pt x="700" y="222"/>
                  </a:cubicBezTo>
                  <a:cubicBezTo>
                    <a:pt x="487" y="283"/>
                    <a:pt x="335" y="344"/>
                    <a:pt x="152" y="465"/>
                  </a:cubicBezTo>
                  <a:cubicBezTo>
                    <a:pt x="92" y="465"/>
                    <a:pt x="31" y="526"/>
                    <a:pt x="1" y="556"/>
                  </a:cubicBezTo>
                  <a:cubicBezTo>
                    <a:pt x="1" y="559"/>
                    <a:pt x="2" y="560"/>
                    <a:pt x="6" y="560"/>
                  </a:cubicBezTo>
                  <a:cubicBezTo>
                    <a:pt x="44" y="560"/>
                    <a:pt x="283" y="422"/>
                    <a:pt x="700" y="283"/>
                  </a:cubicBezTo>
                  <a:cubicBezTo>
                    <a:pt x="1101" y="173"/>
                    <a:pt x="1524" y="119"/>
                    <a:pt x="1949" y="119"/>
                  </a:cubicBezTo>
                  <a:cubicBezTo>
                    <a:pt x="2233" y="119"/>
                    <a:pt x="2517" y="143"/>
                    <a:pt x="2797" y="192"/>
                  </a:cubicBezTo>
                  <a:cubicBezTo>
                    <a:pt x="3253" y="283"/>
                    <a:pt x="3709" y="404"/>
                    <a:pt x="4165" y="587"/>
                  </a:cubicBezTo>
                  <a:cubicBezTo>
                    <a:pt x="4681" y="830"/>
                    <a:pt x="5168" y="1073"/>
                    <a:pt x="5654" y="1347"/>
                  </a:cubicBezTo>
                  <a:cubicBezTo>
                    <a:pt x="6657" y="1955"/>
                    <a:pt x="7721" y="2714"/>
                    <a:pt x="9028" y="3201"/>
                  </a:cubicBezTo>
                  <a:cubicBezTo>
                    <a:pt x="9696" y="3445"/>
                    <a:pt x="10389" y="3567"/>
                    <a:pt x="11086" y="3567"/>
                  </a:cubicBezTo>
                  <a:cubicBezTo>
                    <a:pt x="11690" y="3567"/>
                    <a:pt x="12296" y="3475"/>
                    <a:pt x="12888" y="3292"/>
                  </a:cubicBezTo>
                  <a:cubicBezTo>
                    <a:pt x="13405" y="3110"/>
                    <a:pt x="13922" y="2866"/>
                    <a:pt x="14408" y="2532"/>
                  </a:cubicBezTo>
                  <a:cubicBezTo>
                    <a:pt x="14803" y="2259"/>
                    <a:pt x="15168" y="1924"/>
                    <a:pt x="15533" y="1590"/>
                  </a:cubicBezTo>
                  <a:cubicBezTo>
                    <a:pt x="15837" y="1316"/>
                    <a:pt x="16141" y="1073"/>
                    <a:pt x="16475" y="830"/>
                  </a:cubicBezTo>
                  <a:cubicBezTo>
                    <a:pt x="16718" y="648"/>
                    <a:pt x="16961" y="526"/>
                    <a:pt x="17265" y="404"/>
                  </a:cubicBezTo>
                  <a:cubicBezTo>
                    <a:pt x="17478" y="313"/>
                    <a:pt x="17752" y="222"/>
                    <a:pt x="17995" y="192"/>
                  </a:cubicBezTo>
                  <a:cubicBezTo>
                    <a:pt x="17964" y="176"/>
                    <a:pt x="17926" y="169"/>
                    <a:pt x="17888" y="169"/>
                  </a:cubicBezTo>
                  <a:cubicBezTo>
                    <a:pt x="17850" y="169"/>
                    <a:pt x="17812" y="176"/>
                    <a:pt x="17782" y="192"/>
                  </a:cubicBezTo>
                  <a:cubicBezTo>
                    <a:pt x="17600" y="192"/>
                    <a:pt x="17387" y="252"/>
                    <a:pt x="17204" y="313"/>
                  </a:cubicBezTo>
                  <a:cubicBezTo>
                    <a:pt x="16931" y="435"/>
                    <a:pt x="16657" y="556"/>
                    <a:pt x="16414" y="739"/>
                  </a:cubicBezTo>
                  <a:cubicBezTo>
                    <a:pt x="16049" y="952"/>
                    <a:pt x="15745" y="1225"/>
                    <a:pt x="15442" y="1499"/>
                  </a:cubicBezTo>
                  <a:cubicBezTo>
                    <a:pt x="15077" y="1803"/>
                    <a:pt x="14682" y="2107"/>
                    <a:pt x="14286" y="2411"/>
                  </a:cubicBezTo>
                  <a:cubicBezTo>
                    <a:pt x="13831" y="2714"/>
                    <a:pt x="13344" y="2958"/>
                    <a:pt x="12797" y="3110"/>
                  </a:cubicBezTo>
                  <a:cubicBezTo>
                    <a:pt x="12220" y="3292"/>
                    <a:pt x="11612" y="3383"/>
                    <a:pt x="11004" y="3383"/>
                  </a:cubicBezTo>
                  <a:cubicBezTo>
                    <a:pt x="10365" y="3353"/>
                    <a:pt x="9727" y="3231"/>
                    <a:pt x="9119" y="3018"/>
                  </a:cubicBezTo>
                  <a:cubicBezTo>
                    <a:pt x="7843" y="2562"/>
                    <a:pt x="6779" y="1772"/>
                    <a:pt x="5745" y="1195"/>
                  </a:cubicBezTo>
                  <a:cubicBezTo>
                    <a:pt x="5259" y="891"/>
                    <a:pt x="4742" y="648"/>
                    <a:pt x="4226" y="435"/>
                  </a:cubicBezTo>
                  <a:cubicBezTo>
                    <a:pt x="3770" y="252"/>
                    <a:pt x="3283" y="131"/>
                    <a:pt x="2797" y="70"/>
                  </a:cubicBezTo>
                  <a:cubicBezTo>
                    <a:pt x="2537" y="25"/>
                    <a:pt x="2272" y="1"/>
                    <a:pt x="2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/>
            <p:cNvSpPr/>
            <p:nvPr/>
          </p:nvSpPr>
          <p:spPr>
            <a:xfrm>
              <a:off x="1527650" y="2703750"/>
              <a:ext cx="119325" cy="21525"/>
            </a:xfrm>
            <a:custGeom>
              <a:avLst/>
              <a:gdLst/>
              <a:ahLst/>
              <a:cxnLst/>
              <a:rect l="l" t="t" r="r" b="b"/>
              <a:pathLst>
                <a:path w="4773" h="861" extrusionOk="0">
                  <a:moveTo>
                    <a:pt x="1782" y="0"/>
                  </a:moveTo>
                  <a:cubicBezTo>
                    <a:pt x="1413" y="0"/>
                    <a:pt x="1041" y="34"/>
                    <a:pt x="669" y="101"/>
                  </a:cubicBezTo>
                  <a:cubicBezTo>
                    <a:pt x="456" y="131"/>
                    <a:pt x="213" y="222"/>
                    <a:pt x="1" y="344"/>
                  </a:cubicBezTo>
                  <a:cubicBezTo>
                    <a:pt x="244" y="314"/>
                    <a:pt x="487" y="283"/>
                    <a:pt x="700" y="253"/>
                  </a:cubicBezTo>
                  <a:cubicBezTo>
                    <a:pt x="988" y="222"/>
                    <a:pt x="1277" y="207"/>
                    <a:pt x="1562" y="207"/>
                  </a:cubicBezTo>
                  <a:cubicBezTo>
                    <a:pt x="1847" y="207"/>
                    <a:pt x="2128" y="222"/>
                    <a:pt x="2402" y="253"/>
                  </a:cubicBezTo>
                  <a:cubicBezTo>
                    <a:pt x="2979" y="314"/>
                    <a:pt x="3526" y="435"/>
                    <a:pt x="4074" y="618"/>
                  </a:cubicBezTo>
                  <a:cubicBezTo>
                    <a:pt x="4286" y="739"/>
                    <a:pt x="4529" y="800"/>
                    <a:pt x="4742" y="861"/>
                  </a:cubicBezTo>
                  <a:cubicBezTo>
                    <a:pt x="4773" y="861"/>
                    <a:pt x="4712" y="800"/>
                    <a:pt x="4590" y="739"/>
                  </a:cubicBezTo>
                  <a:cubicBezTo>
                    <a:pt x="4438" y="648"/>
                    <a:pt x="4286" y="557"/>
                    <a:pt x="4134" y="496"/>
                  </a:cubicBezTo>
                  <a:cubicBezTo>
                    <a:pt x="3383" y="162"/>
                    <a:pt x="2589" y="0"/>
                    <a:pt x="17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/>
            <p:cNvSpPr/>
            <p:nvPr/>
          </p:nvSpPr>
          <p:spPr>
            <a:xfrm>
              <a:off x="1801200" y="2712325"/>
              <a:ext cx="66900" cy="23600"/>
            </a:xfrm>
            <a:custGeom>
              <a:avLst/>
              <a:gdLst/>
              <a:ahLst/>
              <a:cxnLst/>
              <a:rect l="l" t="t" r="r" b="b"/>
              <a:pathLst>
                <a:path w="2676" h="944" extrusionOk="0">
                  <a:moveTo>
                    <a:pt x="2645" y="1"/>
                  </a:moveTo>
                  <a:lnTo>
                    <a:pt x="2645" y="1"/>
                  </a:lnTo>
                  <a:cubicBezTo>
                    <a:pt x="2250" y="244"/>
                    <a:pt x="1825" y="426"/>
                    <a:pt x="1369" y="609"/>
                  </a:cubicBezTo>
                  <a:cubicBezTo>
                    <a:pt x="913" y="730"/>
                    <a:pt x="457" y="791"/>
                    <a:pt x="1" y="852"/>
                  </a:cubicBezTo>
                  <a:cubicBezTo>
                    <a:pt x="1" y="882"/>
                    <a:pt x="153" y="943"/>
                    <a:pt x="427" y="943"/>
                  </a:cubicBezTo>
                  <a:cubicBezTo>
                    <a:pt x="761" y="943"/>
                    <a:pt x="1095" y="913"/>
                    <a:pt x="1430" y="791"/>
                  </a:cubicBezTo>
                  <a:cubicBezTo>
                    <a:pt x="1764" y="700"/>
                    <a:pt x="2098" y="518"/>
                    <a:pt x="2372" y="305"/>
                  </a:cubicBezTo>
                  <a:cubicBezTo>
                    <a:pt x="2585" y="153"/>
                    <a:pt x="2676" y="31"/>
                    <a:pt x="2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/>
            <p:cNvSpPr/>
            <p:nvPr/>
          </p:nvSpPr>
          <p:spPr>
            <a:xfrm>
              <a:off x="1547400" y="2980575"/>
              <a:ext cx="462050" cy="52875"/>
            </a:xfrm>
            <a:custGeom>
              <a:avLst/>
              <a:gdLst/>
              <a:ahLst/>
              <a:cxnLst/>
              <a:rect l="l" t="t" r="r" b="b"/>
              <a:pathLst>
                <a:path w="18482" h="2115" extrusionOk="0">
                  <a:moveTo>
                    <a:pt x="18481" y="1"/>
                  </a:moveTo>
                  <a:lnTo>
                    <a:pt x="18481" y="1"/>
                  </a:lnTo>
                  <a:cubicBezTo>
                    <a:pt x="18269" y="122"/>
                    <a:pt x="18056" y="244"/>
                    <a:pt x="17843" y="365"/>
                  </a:cubicBezTo>
                  <a:cubicBezTo>
                    <a:pt x="17424" y="505"/>
                    <a:pt x="16978" y="579"/>
                    <a:pt x="16532" y="579"/>
                  </a:cubicBezTo>
                  <a:cubicBezTo>
                    <a:pt x="16299" y="579"/>
                    <a:pt x="16066" y="559"/>
                    <a:pt x="15837" y="517"/>
                  </a:cubicBezTo>
                  <a:cubicBezTo>
                    <a:pt x="15411" y="457"/>
                    <a:pt x="14955" y="335"/>
                    <a:pt x="14469" y="244"/>
                  </a:cubicBezTo>
                  <a:cubicBezTo>
                    <a:pt x="13922" y="122"/>
                    <a:pt x="13375" y="92"/>
                    <a:pt x="12828" y="92"/>
                  </a:cubicBezTo>
                  <a:cubicBezTo>
                    <a:pt x="11551" y="122"/>
                    <a:pt x="10335" y="365"/>
                    <a:pt x="9120" y="760"/>
                  </a:cubicBezTo>
                  <a:cubicBezTo>
                    <a:pt x="7964" y="1156"/>
                    <a:pt x="6749" y="1490"/>
                    <a:pt x="5533" y="1764"/>
                  </a:cubicBezTo>
                  <a:cubicBezTo>
                    <a:pt x="4965" y="1888"/>
                    <a:pt x="4377" y="1950"/>
                    <a:pt x="3793" y="1950"/>
                  </a:cubicBezTo>
                  <a:cubicBezTo>
                    <a:pt x="3375" y="1950"/>
                    <a:pt x="2959" y="1918"/>
                    <a:pt x="2554" y="1855"/>
                  </a:cubicBezTo>
                  <a:cubicBezTo>
                    <a:pt x="1855" y="1733"/>
                    <a:pt x="1217" y="1520"/>
                    <a:pt x="639" y="1156"/>
                  </a:cubicBezTo>
                  <a:cubicBezTo>
                    <a:pt x="487" y="1064"/>
                    <a:pt x="335" y="973"/>
                    <a:pt x="183" y="852"/>
                  </a:cubicBezTo>
                  <a:cubicBezTo>
                    <a:pt x="122" y="821"/>
                    <a:pt x="62" y="760"/>
                    <a:pt x="31" y="730"/>
                  </a:cubicBezTo>
                  <a:lnTo>
                    <a:pt x="31" y="730"/>
                  </a:lnTo>
                  <a:cubicBezTo>
                    <a:pt x="1" y="760"/>
                    <a:pt x="62" y="791"/>
                    <a:pt x="153" y="882"/>
                  </a:cubicBezTo>
                  <a:cubicBezTo>
                    <a:pt x="305" y="1004"/>
                    <a:pt x="426" y="1125"/>
                    <a:pt x="609" y="1247"/>
                  </a:cubicBezTo>
                  <a:cubicBezTo>
                    <a:pt x="1186" y="1612"/>
                    <a:pt x="1825" y="1855"/>
                    <a:pt x="2493" y="2007"/>
                  </a:cubicBezTo>
                  <a:cubicBezTo>
                    <a:pt x="2967" y="2076"/>
                    <a:pt x="3440" y="2114"/>
                    <a:pt x="3910" y="2114"/>
                  </a:cubicBezTo>
                  <a:cubicBezTo>
                    <a:pt x="4467" y="2114"/>
                    <a:pt x="5020" y="2061"/>
                    <a:pt x="5563" y="1946"/>
                  </a:cubicBezTo>
                  <a:cubicBezTo>
                    <a:pt x="6779" y="1672"/>
                    <a:pt x="7995" y="1338"/>
                    <a:pt x="9180" y="943"/>
                  </a:cubicBezTo>
                  <a:cubicBezTo>
                    <a:pt x="10335" y="548"/>
                    <a:pt x="11582" y="335"/>
                    <a:pt x="12797" y="274"/>
                  </a:cubicBezTo>
                  <a:cubicBezTo>
                    <a:pt x="12891" y="269"/>
                    <a:pt x="12985" y="266"/>
                    <a:pt x="13079" y="266"/>
                  </a:cubicBezTo>
                  <a:cubicBezTo>
                    <a:pt x="13531" y="266"/>
                    <a:pt x="13980" y="325"/>
                    <a:pt x="14408" y="426"/>
                  </a:cubicBezTo>
                  <a:cubicBezTo>
                    <a:pt x="14925" y="487"/>
                    <a:pt x="15381" y="608"/>
                    <a:pt x="15807" y="669"/>
                  </a:cubicBezTo>
                  <a:cubicBezTo>
                    <a:pt x="16011" y="705"/>
                    <a:pt x="16215" y="722"/>
                    <a:pt x="16418" y="722"/>
                  </a:cubicBezTo>
                  <a:cubicBezTo>
                    <a:pt x="16911" y="722"/>
                    <a:pt x="17400" y="620"/>
                    <a:pt x="17873" y="426"/>
                  </a:cubicBezTo>
                  <a:cubicBezTo>
                    <a:pt x="18025" y="365"/>
                    <a:pt x="18208" y="244"/>
                    <a:pt x="18329" y="122"/>
                  </a:cubicBezTo>
                  <a:cubicBezTo>
                    <a:pt x="18390" y="92"/>
                    <a:pt x="18451" y="31"/>
                    <a:pt x="18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1500300" y="2875700"/>
              <a:ext cx="129200" cy="158100"/>
            </a:xfrm>
            <a:custGeom>
              <a:avLst/>
              <a:gdLst/>
              <a:ahLst/>
              <a:cxnLst/>
              <a:rect l="l" t="t" r="r" b="b"/>
              <a:pathLst>
                <a:path w="5168" h="6324" extrusionOk="0">
                  <a:moveTo>
                    <a:pt x="5168" y="1"/>
                  </a:moveTo>
                  <a:lnTo>
                    <a:pt x="5168" y="1"/>
                  </a:lnTo>
                  <a:cubicBezTo>
                    <a:pt x="4864" y="244"/>
                    <a:pt x="4560" y="548"/>
                    <a:pt x="4286" y="852"/>
                  </a:cubicBezTo>
                  <a:cubicBezTo>
                    <a:pt x="3800" y="1369"/>
                    <a:pt x="3101" y="2129"/>
                    <a:pt x="2402" y="3010"/>
                  </a:cubicBezTo>
                  <a:cubicBezTo>
                    <a:pt x="1702" y="3892"/>
                    <a:pt x="1064" y="4712"/>
                    <a:pt x="639" y="5320"/>
                  </a:cubicBezTo>
                  <a:cubicBezTo>
                    <a:pt x="395" y="5624"/>
                    <a:pt x="183" y="5959"/>
                    <a:pt x="0" y="6323"/>
                  </a:cubicBezTo>
                  <a:cubicBezTo>
                    <a:pt x="274" y="6019"/>
                    <a:pt x="517" y="5715"/>
                    <a:pt x="760" y="5411"/>
                  </a:cubicBezTo>
                  <a:cubicBezTo>
                    <a:pt x="1216" y="4834"/>
                    <a:pt x="1824" y="4013"/>
                    <a:pt x="2554" y="3132"/>
                  </a:cubicBezTo>
                  <a:cubicBezTo>
                    <a:pt x="3253" y="2281"/>
                    <a:pt x="3921" y="1490"/>
                    <a:pt x="4408" y="943"/>
                  </a:cubicBezTo>
                  <a:cubicBezTo>
                    <a:pt x="4681" y="639"/>
                    <a:pt x="4924" y="335"/>
                    <a:pt x="5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/>
            <p:cNvSpPr/>
            <p:nvPr/>
          </p:nvSpPr>
          <p:spPr>
            <a:xfrm>
              <a:off x="1853650" y="2846825"/>
              <a:ext cx="65375" cy="209775"/>
            </a:xfrm>
            <a:custGeom>
              <a:avLst/>
              <a:gdLst/>
              <a:ahLst/>
              <a:cxnLst/>
              <a:rect l="l" t="t" r="r" b="b"/>
              <a:pathLst>
                <a:path w="2615" h="8391" extrusionOk="0">
                  <a:moveTo>
                    <a:pt x="0" y="1"/>
                  </a:moveTo>
                  <a:cubicBezTo>
                    <a:pt x="0" y="123"/>
                    <a:pt x="0" y="244"/>
                    <a:pt x="0" y="366"/>
                  </a:cubicBezTo>
                  <a:cubicBezTo>
                    <a:pt x="61" y="700"/>
                    <a:pt x="183" y="1034"/>
                    <a:pt x="335" y="1338"/>
                  </a:cubicBezTo>
                  <a:cubicBezTo>
                    <a:pt x="608" y="1794"/>
                    <a:pt x="882" y="2220"/>
                    <a:pt x="1186" y="2615"/>
                  </a:cubicBezTo>
                  <a:cubicBezTo>
                    <a:pt x="1581" y="3101"/>
                    <a:pt x="1885" y="3618"/>
                    <a:pt x="2158" y="4165"/>
                  </a:cubicBezTo>
                  <a:cubicBezTo>
                    <a:pt x="2280" y="4439"/>
                    <a:pt x="2371" y="4743"/>
                    <a:pt x="2402" y="5077"/>
                  </a:cubicBezTo>
                  <a:cubicBezTo>
                    <a:pt x="2402" y="5351"/>
                    <a:pt x="2371" y="5624"/>
                    <a:pt x="2310" y="5928"/>
                  </a:cubicBezTo>
                  <a:cubicBezTo>
                    <a:pt x="2158" y="6384"/>
                    <a:pt x="1946" y="6840"/>
                    <a:pt x="1672" y="7266"/>
                  </a:cubicBezTo>
                  <a:cubicBezTo>
                    <a:pt x="1186" y="7965"/>
                    <a:pt x="821" y="8360"/>
                    <a:pt x="851" y="8390"/>
                  </a:cubicBezTo>
                  <a:cubicBezTo>
                    <a:pt x="973" y="8329"/>
                    <a:pt x="1064" y="8238"/>
                    <a:pt x="1125" y="8147"/>
                  </a:cubicBezTo>
                  <a:cubicBezTo>
                    <a:pt x="1368" y="7873"/>
                    <a:pt x="1581" y="7630"/>
                    <a:pt x="1794" y="7357"/>
                  </a:cubicBezTo>
                  <a:cubicBezTo>
                    <a:pt x="2098" y="6931"/>
                    <a:pt x="2341" y="6475"/>
                    <a:pt x="2493" y="5989"/>
                  </a:cubicBezTo>
                  <a:cubicBezTo>
                    <a:pt x="2584" y="5685"/>
                    <a:pt x="2614" y="5381"/>
                    <a:pt x="2584" y="5077"/>
                  </a:cubicBezTo>
                  <a:cubicBezTo>
                    <a:pt x="2554" y="4743"/>
                    <a:pt x="2493" y="4408"/>
                    <a:pt x="2341" y="4104"/>
                  </a:cubicBezTo>
                  <a:cubicBezTo>
                    <a:pt x="2067" y="3527"/>
                    <a:pt x="1733" y="3010"/>
                    <a:pt x="1338" y="2524"/>
                  </a:cubicBezTo>
                  <a:cubicBezTo>
                    <a:pt x="1034" y="2129"/>
                    <a:pt x="730" y="1734"/>
                    <a:pt x="487" y="1308"/>
                  </a:cubicBezTo>
                  <a:cubicBezTo>
                    <a:pt x="304" y="1004"/>
                    <a:pt x="183" y="700"/>
                    <a:pt x="91" y="366"/>
                  </a:cubicBezTo>
                  <a:cubicBezTo>
                    <a:pt x="91" y="244"/>
                    <a:pt x="61" y="123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/>
            <p:cNvSpPr/>
            <p:nvPr/>
          </p:nvSpPr>
          <p:spPr>
            <a:xfrm>
              <a:off x="1639350" y="2688625"/>
              <a:ext cx="166450" cy="141150"/>
            </a:xfrm>
            <a:custGeom>
              <a:avLst/>
              <a:gdLst/>
              <a:ahLst/>
              <a:cxnLst/>
              <a:rect l="l" t="t" r="r" b="b"/>
              <a:pathLst>
                <a:path w="6658" h="5646" extrusionOk="0">
                  <a:moveTo>
                    <a:pt x="6656" y="1"/>
                  </a:moveTo>
                  <a:cubicBezTo>
                    <a:pt x="6649" y="1"/>
                    <a:pt x="6623" y="80"/>
                    <a:pt x="6597" y="159"/>
                  </a:cubicBezTo>
                  <a:cubicBezTo>
                    <a:pt x="6597" y="250"/>
                    <a:pt x="6566" y="402"/>
                    <a:pt x="6536" y="584"/>
                  </a:cubicBezTo>
                  <a:cubicBezTo>
                    <a:pt x="6475" y="949"/>
                    <a:pt x="6475" y="1466"/>
                    <a:pt x="6445" y="2134"/>
                  </a:cubicBezTo>
                  <a:cubicBezTo>
                    <a:pt x="6445" y="2864"/>
                    <a:pt x="6262" y="3624"/>
                    <a:pt x="5928" y="4292"/>
                  </a:cubicBezTo>
                  <a:cubicBezTo>
                    <a:pt x="5715" y="4688"/>
                    <a:pt x="5411" y="4992"/>
                    <a:pt x="5016" y="5204"/>
                  </a:cubicBezTo>
                  <a:cubicBezTo>
                    <a:pt x="4670" y="5391"/>
                    <a:pt x="4255" y="5484"/>
                    <a:pt x="3851" y="5484"/>
                  </a:cubicBezTo>
                  <a:cubicBezTo>
                    <a:pt x="3793" y="5484"/>
                    <a:pt x="3736" y="5482"/>
                    <a:pt x="3679" y="5478"/>
                  </a:cubicBezTo>
                  <a:cubicBezTo>
                    <a:pt x="2767" y="5356"/>
                    <a:pt x="1916" y="4870"/>
                    <a:pt x="1399" y="4110"/>
                  </a:cubicBezTo>
                  <a:cubicBezTo>
                    <a:pt x="943" y="3502"/>
                    <a:pt x="639" y="2803"/>
                    <a:pt x="457" y="2074"/>
                  </a:cubicBezTo>
                  <a:cubicBezTo>
                    <a:pt x="274" y="1435"/>
                    <a:pt x="183" y="919"/>
                    <a:pt x="122" y="554"/>
                  </a:cubicBezTo>
                  <a:cubicBezTo>
                    <a:pt x="122" y="371"/>
                    <a:pt x="61" y="189"/>
                    <a:pt x="31" y="7"/>
                  </a:cubicBezTo>
                  <a:lnTo>
                    <a:pt x="31" y="7"/>
                  </a:lnTo>
                  <a:cubicBezTo>
                    <a:pt x="1" y="189"/>
                    <a:pt x="31" y="371"/>
                    <a:pt x="61" y="584"/>
                  </a:cubicBezTo>
                  <a:cubicBezTo>
                    <a:pt x="122" y="1071"/>
                    <a:pt x="183" y="1587"/>
                    <a:pt x="305" y="2104"/>
                  </a:cubicBezTo>
                  <a:cubicBezTo>
                    <a:pt x="487" y="2833"/>
                    <a:pt x="791" y="3563"/>
                    <a:pt x="1247" y="4201"/>
                  </a:cubicBezTo>
                  <a:cubicBezTo>
                    <a:pt x="1520" y="4566"/>
                    <a:pt x="1855" y="4900"/>
                    <a:pt x="2250" y="5144"/>
                  </a:cubicBezTo>
                  <a:cubicBezTo>
                    <a:pt x="2676" y="5417"/>
                    <a:pt x="3162" y="5599"/>
                    <a:pt x="3648" y="5630"/>
                  </a:cubicBezTo>
                  <a:cubicBezTo>
                    <a:pt x="3738" y="5640"/>
                    <a:pt x="3827" y="5646"/>
                    <a:pt x="3916" y="5646"/>
                  </a:cubicBezTo>
                  <a:cubicBezTo>
                    <a:pt x="4333" y="5646"/>
                    <a:pt x="4731" y="5532"/>
                    <a:pt x="5107" y="5356"/>
                  </a:cubicBezTo>
                  <a:cubicBezTo>
                    <a:pt x="5533" y="5113"/>
                    <a:pt x="5867" y="4779"/>
                    <a:pt x="6080" y="4353"/>
                  </a:cubicBezTo>
                  <a:cubicBezTo>
                    <a:pt x="6414" y="3654"/>
                    <a:pt x="6597" y="2864"/>
                    <a:pt x="6566" y="2104"/>
                  </a:cubicBezTo>
                  <a:cubicBezTo>
                    <a:pt x="6597" y="1435"/>
                    <a:pt x="6566" y="919"/>
                    <a:pt x="6597" y="554"/>
                  </a:cubicBezTo>
                  <a:cubicBezTo>
                    <a:pt x="6657" y="189"/>
                    <a:pt x="6657" y="7"/>
                    <a:pt x="6657" y="7"/>
                  </a:cubicBezTo>
                  <a:cubicBezTo>
                    <a:pt x="6657" y="3"/>
                    <a:pt x="6657" y="1"/>
                    <a:pt x="66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/>
            <p:cNvSpPr/>
            <p:nvPr/>
          </p:nvSpPr>
          <p:spPr>
            <a:xfrm>
              <a:off x="952400" y="3006350"/>
              <a:ext cx="1268300" cy="658150"/>
            </a:xfrm>
            <a:custGeom>
              <a:avLst/>
              <a:gdLst/>
              <a:ahLst/>
              <a:cxnLst/>
              <a:rect l="l" t="t" r="r" b="b"/>
              <a:pathLst>
                <a:path w="50732" h="26326" extrusionOk="0">
                  <a:moveTo>
                    <a:pt x="3106" y="0"/>
                  </a:moveTo>
                  <a:cubicBezTo>
                    <a:pt x="1882" y="0"/>
                    <a:pt x="881" y="924"/>
                    <a:pt x="822" y="2161"/>
                  </a:cubicBezTo>
                  <a:lnTo>
                    <a:pt x="62" y="17754"/>
                  </a:lnTo>
                  <a:cubicBezTo>
                    <a:pt x="1" y="19031"/>
                    <a:pt x="1004" y="20095"/>
                    <a:pt x="2250" y="20155"/>
                  </a:cubicBezTo>
                  <a:lnTo>
                    <a:pt x="41339" y="22009"/>
                  </a:lnTo>
                  <a:lnTo>
                    <a:pt x="45382" y="26326"/>
                  </a:lnTo>
                  <a:lnTo>
                    <a:pt x="45686" y="22222"/>
                  </a:lnTo>
                  <a:lnTo>
                    <a:pt x="47540" y="22313"/>
                  </a:lnTo>
                  <a:cubicBezTo>
                    <a:pt x="47578" y="22315"/>
                    <a:pt x="47616" y="22316"/>
                    <a:pt x="47653" y="22316"/>
                  </a:cubicBezTo>
                  <a:cubicBezTo>
                    <a:pt x="48879" y="22316"/>
                    <a:pt x="49882" y="21364"/>
                    <a:pt x="49941" y="20125"/>
                  </a:cubicBezTo>
                  <a:lnTo>
                    <a:pt x="50671" y="4532"/>
                  </a:lnTo>
                  <a:cubicBezTo>
                    <a:pt x="50731" y="3255"/>
                    <a:pt x="49759" y="2192"/>
                    <a:pt x="48513" y="2131"/>
                  </a:cubicBezTo>
                  <a:lnTo>
                    <a:pt x="3223" y="3"/>
                  </a:lnTo>
                  <a:cubicBezTo>
                    <a:pt x="3184" y="1"/>
                    <a:pt x="3145" y="0"/>
                    <a:pt x="310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/>
            <p:cNvSpPr/>
            <p:nvPr/>
          </p:nvSpPr>
          <p:spPr>
            <a:xfrm>
              <a:off x="1475975" y="3194875"/>
              <a:ext cx="601850" cy="63075"/>
            </a:xfrm>
            <a:custGeom>
              <a:avLst/>
              <a:gdLst/>
              <a:ahLst/>
              <a:cxnLst/>
              <a:rect l="l" t="t" r="r" b="b"/>
              <a:pathLst>
                <a:path w="24074" h="2523" extrusionOk="0">
                  <a:moveTo>
                    <a:pt x="61" y="0"/>
                  </a:moveTo>
                  <a:lnTo>
                    <a:pt x="1" y="1338"/>
                  </a:lnTo>
                  <a:lnTo>
                    <a:pt x="24013" y="2523"/>
                  </a:lnTo>
                  <a:lnTo>
                    <a:pt x="24074" y="121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/>
            <p:cNvSpPr/>
            <p:nvPr/>
          </p:nvSpPr>
          <p:spPr>
            <a:xfrm>
              <a:off x="1476725" y="3273900"/>
              <a:ext cx="601875" cy="61575"/>
            </a:xfrm>
            <a:custGeom>
              <a:avLst/>
              <a:gdLst/>
              <a:ahLst/>
              <a:cxnLst/>
              <a:rect l="l" t="t" r="r" b="b"/>
              <a:pathLst>
                <a:path w="24075" h="2463" extrusionOk="0">
                  <a:moveTo>
                    <a:pt x="62" y="0"/>
                  </a:moveTo>
                  <a:lnTo>
                    <a:pt x="1" y="1338"/>
                  </a:lnTo>
                  <a:lnTo>
                    <a:pt x="23983" y="2462"/>
                  </a:lnTo>
                  <a:lnTo>
                    <a:pt x="24074" y="115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1472950" y="3356725"/>
              <a:ext cx="298650" cy="47125"/>
            </a:xfrm>
            <a:custGeom>
              <a:avLst/>
              <a:gdLst/>
              <a:ahLst/>
              <a:cxnLst/>
              <a:rect l="l" t="t" r="r" b="b"/>
              <a:pathLst>
                <a:path w="11946" h="1885" extrusionOk="0">
                  <a:moveTo>
                    <a:pt x="61" y="0"/>
                  </a:moveTo>
                  <a:lnTo>
                    <a:pt x="0" y="1338"/>
                  </a:lnTo>
                  <a:lnTo>
                    <a:pt x="11885" y="1885"/>
                  </a:lnTo>
                  <a:lnTo>
                    <a:pt x="11946" y="57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/>
            <p:cNvSpPr/>
            <p:nvPr/>
          </p:nvSpPr>
          <p:spPr>
            <a:xfrm>
              <a:off x="989650" y="3069125"/>
              <a:ext cx="436950" cy="395900"/>
            </a:xfrm>
            <a:custGeom>
              <a:avLst/>
              <a:gdLst/>
              <a:ahLst/>
              <a:cxnLst/>
              <a:rect l="l" t="t" r="r" b="b"/>
              <a:pathLst>
                <a:path w="17478" h="15836" extrusionOk="0">
                  <a:moveTo>
                    <a:pt x="8720" y="0"/>
                  </a:moveTo>
                  <a:cubicBezTo>
                    <a:pt x="8099" y="0"/>
                    <a:pt x="7469" y="74"/>
                    <a:pt x="6839" y="228"/>
                  </a:cubicBezTo>
                  <a:cubicBezTo>
                    <a:pt x="2584" y="1291"/>
                    <a:pt x="0" y="5577"/>
                    <a:pt x="1064" y="9833"/>
                  </a:cubicBezTo>
                  <a:cubicBezTo>
                    <a:pt x="1944" y="13428"/>
                    <a:pt x="5179" y="15835"/>
                    <a:pt x="8747" y="15835"/>
                  </a:cubicBezTo>
                  <a:cubicBezTo>
                    <a:pt x="9371" y="15835"/>
                    <a:pt x="10005" y="15762"/>
                    <a:pt x="10639" y="15608"/>
                  </a:cubicBezTo>
                  <a:cubicBezTo>
                    <a:pt x="14864" y="14544"/>
                    <a:pt x="17478" y="10258"/>
                    <a:pt x="16414" y="6003"/>
                  </a:cubicBezTo>
                  <a:cubicBezTo>
                    <a:pt x="15509" y="2407"/>
                    <a:pt x="12269" y="0"/>
                    <a:pt x="872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>
              <a:off x="1081600" y="3196825"/>
              <a:ext cx="224950" cy="268575"/>
            </a:xfrm>
            <a:custGeom>
              <a:avLst/>
              <a:gdLst/>
              <a:ahLst/>
              <a:cxnLst/>
              <a:rect l="l" t="t" r="r" b="b"/>
              <a:pathLst>
                <a:path w="8998" h="10743" extrusionOk="0">
                  <a:moveTo>
                    <a:pt x="5194" y="2624"/>
                  </a:moveTo>
                  <a:cubicBezTo>
                    <a:pt x="5364" y="2624"/>
                    <a:pt x="5530" y="2686"/>
                    <a:pt x="5654" y="2810"/>
                  </a:cubicBezTo>
                  <a:cubicBezTo>
                    <a:pt x="5715" y="2901"/>
                    <a:pt x="5745" y="2962"/>
                    <a:pt x="5715" y="2962"/>
                  </a:cubicBezTo>
                  <a:cubicBezTo>
                    <a:pt x="5715" y="2964"/>
                    <a:pt x="5713" y="2966"/>
                    <a:pt x="5710" y="2966"/>
                  </a:cubicBezTo>
                  <a:cubicBezTo>
                    <a:pt x="5676" y="2966"/>
                    <a:pt x="5477" y="2837"/>
                    <a:pt x="5228" y="2810"/>
                  </a:cubicBezTo>
                  <a:cubicBezTo>
                    <a:pt x="5197" y="2806"/>
                    <a:pt x="5167" y="2805"/>
                    <a:pt x="5137" y="2805"/>
                  </a:cubicBezTo>
                  <a:cubicBezTo>
                    <a:pt x="4961" y="2805"/>
                    <a:pt x="4820" y="2857"/>
                    <a:pt x="4752" y="2857"/>
                  </a:cubicBezTo>
                  <a:cubicBezTo>
                    <a:pt x="4732" y="2857"/>
                    <a:pt x="4718" y="2853"/>
                    <a:pt x="4712" y="2840"/>
                  </a:cubicBezTo>
                  <a:cubicBezTo>
                    <a:pt x="4712" y="2840"/>
                    <a:pt x="4742" y="2779"/>
                    <a:pt x="4833" y="2719"/>
                  </a:cubicBezTo>
                  <a:cubicBezTo>
                    <a:pt x="4947" y="2655"/>
                    <a:pt x="5072" y="2624"/>
                    <a:pt x="5194" y="2624"/>
                  </a:cubicBezTo>
                  <a:close/>
                  <a:moveTo>
                    <a:pt x="8194" y="2715"/>
                  </a:moveTo>
                  <a:cubicBezTo>
                    <a:pt x="8359" y="2715"/>
                    <a:pt x="8521" y="2777"/>
                    <a:pt x="8663" y="2901"/>
                  </a:cubicBezTo>
                  <a:cubicBezTo>
                    <a:pt x="8724" y="2992"/>
                    <a:pt x="8754" y="3053"/>
                    <a:pt x="8724" y="3053"/>
                  </a:cubicBezTo>
                  <a:cubicBezTo>
                    <a:pt x="8724" y="3056"/>
                    <a:pt x="8722" y="3057"/>
                    <a:pt x="8719" y="3057"/>
                  </a:cubicBezTo>
                  <a:cubicBezTo>
                    <a:pt x="8685" y="3057"/>
                    <a:pt x="8486" y="2929"/>
                    <a:pt x="8237" y="2901"/>
                  </a:cubicBezTo>
                  <a:cubicBezTo>
                    <a:pt x="8190" y="2890"/>
                    <a:pt x="8145" y="2886"/>
                    <a:pt x="8102" y="2886"/>
                  </a:cubicBezTo>
                  <a:cubicBezTo>
                    <a:pt x="7939" y="2886"/>
                    <a:pt x="7811" y="2946"/>
                    <a:pt x="7752" y="2946"/>
                  </a:cubicBezTo>
                  <a:cubicBezTo>
                    <a:pt x="7737" y="2946"/>
                    <a:pt x="7726" y="2942"/>
                    <a:pt x="7721" y="2931"/>
                  </a:cubicBezTo>
                  <a:cubicBezTo>
                    <a:pt x="7690" y="2901"/>
                    <a:pt x="7751" y="2871"/>
                    <a:pt x="7842" y="2810"/>
                  </a:cubicBezTo>
                  <a:cubicBezTo>
                    <a:pt x="7956" y="2746"/>
                    <a:pt x="8076" y="2715"/>
                    <a:pt x="8194" y="2715"/>
                  </a:cubicBezTo>
                  <a:close/>
                  <a:moveTo>
                    <a:pt x="5344" y="2897"/>
                  </a:moveTo>
                  <a:cubicBezTo>
                    <a:pt x="5415" y="2897"/>
                    <a:pt x="5492" y="2919"/>
                    <a:pt x="5563" y="2962"/>
                  </a:cubicBezTo>
                  <a:cubicBezTo>
                    <a:pt x="5684" y="3053"/>
                    <a:pt x="5684" y="3235"/>
                    <a:pt x="5593" y="3357"/>
                  </a:cubicBezTo>
                  <a:cubicBezTo>
                    <a:pt x="5533" y="3460"/>
                    <a:pt x="5446" y="3503"/>
                    <a:pt x="5359" y="3503"/>
                  </a:cubicBezTo>
                  <a:cubicBezTo>
                    <a:pt x="5139" y="3503"/>
                    <a:pt x="4919" y="3232"/>
                    <a:pt x="5137" y="2992"/>
                  </a:cubicBezTo>
                  <a:cubicBezTo>
                    <a:pt x="5186" y="2927"/>
                    <a:pt x="5261" y="2897"/>
                    <a:pt x="5344" y="2897"/>
                  </a:cubicBezTo>
                  <a:close/>
                  <a:moveTo>
                    <a:pt x="8420" y="2975"/>
                  </a:moveTo>
                  <a:cubicBezTo>
                    <a:pt x="8501" y="2975"/>
                    <a:pt x="8581" y="3015"/>
                    <a:pt x="8633" y="3083"/>
                  </a:cubicBezTo>
                  <a:cubicBezTo>
                    <a:pt x="8754" y="3205"/>
                    <a:pt x="8724" y="3387"/>
                    <a:pt x="8602" y="3478"/>
                  </a:cubicBezTo>
                  <a:cubicBezTo>
                    <a:pt x="8546" y="3535"/>
                    <a:pt x="8476" y="3559"/>
                    <a:pt x="8409" y="3559"/>
                  </a:cubicBezTo>
                  <a:cubicBezTo>
                    <a:pt x="8331" y="3559"/>
                    <a:pt x="8256" y="3527"/>
                    <a:pt x="8207" y="3478"/>
                  </a:cubicBezTo>
                  <a:cubicBezTo>
                    <a:pt x="8085" y="3357"/>
                    <a:pt x="8116" y="3144"/>
                    <a:pt x="8237" y="3053"/>
                  </a:cubicBezTo>
                  <a:cubicBezTo>
                    <a:pt x="8291" y="3000"/>
                    <a:pt x="8356" y="2975"/>
                    <a:pt x="8420" y="2975"/>
                  </a:cubicBezTo>
                  <a:close/>
                  <a:moveTo>
                    <a:pt x="851" y="2871"/>
                  </a:moveTo>
                  <a:cubicBezTo>
                    <a:pt x="912" y="2871"/>
                    <a:pt x="973" y="2871"/>
                    <a:pt x="1034" y="2901"/>
                  </a:cubicBezTo>
                  <a:cubicBezTo>
                    <a:pt x="1064" y="2931"/>
                    <a:pt x="1064" y="2962"/>
                    <a:pt x="1094" y="3022"/>
                  </a:cubicBezTo>
                  <a:lnTo>
                    <a:pt x="1094" y="3114"/>
                  </a:lnTo>
                  <a:cubicBezTo>
                    <a:pt x="1094" y="3114"/>
                    <a:pt x="1094" y="3083"/>
                    <a:pt x="1064" y="3022"/>
                  </a:cubicBezTo>
                  <a:cubicBezTo>
                    <a:pt x="1042" y="2978"/>
                    <a:pt x="1003" y="2950"/>
                    <a:pt x="948" y="2950"/>
                  </a:cubicBezTo>
                  <a:cubicBezTo>
                    <a:pt x="928" y="2950"/>
                    <a:pt x="906" y="2954"/>
                    <a:pt x="882" y="2962"/>
                  </a:cubicBezTo>
                  <a:cubicBezTo>
                    <a:pt x="791" y="2992"/>
                    <a:pt x="699" y="3083"/>
                    <a:pt x="669" y="3174"/>
                  </a:cubicBezTo>
                  <a:cubicBezTo>
                    <a:pt x="608" y="3326"/>
                    <a:pt x="578" y="3478"/>
                    <a:pt x="608" y="3630"/>
                  </a:cubicBezTo>
                  <a:cubicBezTo>
                    <a:pt x="608" y="3904"/>
                    <a:pt x="760" y="4147"/>
                    <a:pt x="973" y="4269"/>
                  </a:cubicBezTo>
                  <a:cubicBezTo>
                    <a:pt x="1018" y="4284"/>
                    <a:pt x="1056" y="4292"/>
                    <a:pt x="1094" y="4292"/>
                  </a:cubicBezTo>
                  <a:cubicBezTo>
                    <a:pt x="1132" y="4292"/>
                    <a:pt x="1170" y="4284"/>
                    <a:pt x="1216" y="4269"/>
                  </a:cubicBezTo>
                  <a:cubicBezTo>
                    <a:pt x="1246" y="4238"/>
                    <a:pt x="1277" y="4208"/>
                    <a:pt x="1277" y="4208"/>
                  </a:cubicBezTo>
                  <a:cubicBezTo>
                    <a:pt x="1307" y="4208"/>
                    <a:pt x="1246" y="4238"/>
                    <a:pt x="1186" y="4299"/>
                  </a:cubicBezTo>
                  <a:cubicBezTo>
                    <a:pt x="1125" y="4360"/>
                    <a:pt x="1003" y="4360"/>
                    <a:pt x="912" y="4360"/>
                  </a:cubicBezTo>
                  <a:cubicBezTo>
                    <a:pt x="639" y="4238"/>
                    <a:pt x="456" y="3934"/>
                    <a:pt x="456" y="3630"/>
                  </a:cubicBezTo>
                  <a:cubicBezTo>
                    <a:pt x="456" y="3448"/>
                    <a:pt x="487" y="3296"/>
                    <a:pt x="547" y="3144"/>
                  </a:cubicBezTo>
                  <a:cubicBezTo>
                    <a:pt x="608" y="3022"/>
                    <a:pt x="699" y="2901"/>
                    <a:pt x="851" y="2871"/>
                  </a:cubicBezTo>
                  <a:close/>
                  <a:moveTo>
                    <a:pt x="6687" y="2962"/>
                  </a:moveTo>
                  <a:lnTo>
                    <a:pt x="6687" y="2962"/>
                  </a:lnTo>
                  <a:cubicBezTo>
                    <a:pt x="6870" y="3418"/>
                    <a:pt x="7052" y="3934"/>
                    <a:pt x="7143" y="4451"/>
                  </a:cubicBezTo>
                  <a:cubicBezTo>
                    <a:pt x="7204" y="4633"/>
                    <a:pt x="7234" y="4816"/>
                    <a:pt x="7295" y="5029"/>
                  </a:cubicBezTo>
                  <a:cubicBezTo>
                    <a:pt x="7326" y="5120"/>
                    <a:pt x="7326" y="5211"/>
                    <a:pt x="7295" y="5333"/>
                  </a:cubicBezTo>
                  <a:cubicBezTo>
                    <a:pt x="7265" y="5363"/>
                    <a:pt x="7204" y="5424"/>
                    <a:pt x="7143" y="5424"/>
                  </a:cubicBezTo>
                  <a:lnTo>
                    <a:pt x="7022" y="5424"/>
                  </a:lnTo>
                  <a:cubicBezTo>
                    <a:pt x="6870" y="5424"/>
                    <a:pt x="6718" y="5393"/>
                    <a:pt x="6566" y="5363"/>
                  </a:cubicBezTo>
                  <a:cubicBezTo>
                    <a:pt x="6718" y="5302"/>
                    <a:pt x="6870" y="5302"/>
                    <a:pt x="7022" y="5302"/>
                  </a:cubicBezTo>
                  <a:cubicBezTo>
                    <a:pt x="7113" y="5302"/>
                    <a:pt x="7174" y="5302"/>
                    <a:pt x="7174" y="5272"/>
                  </a:cubicBezTo>
                  <a:cubicBezTo>
                    <a:pt x="7174" y="5211"/>
                    <a:pt x="7174" y="5120"/>
                    <a:pt x="7143" y="5059"/>
                  </a:cubicBezTo>
                  <a:cubicBezTo>
                    <a:pt x="7082" y="4877"/>
                    <a:pt x="7052" y="4664"/>
                    <a:pt x="6991" y="4481"/>
                  </a:cubicBezTo>
                  <a:cubicBezTo>
                    <a:pt x="6839" y="3965"/>
                    <a:pt x="6718" y="3478"/>
                    <a:pt x="6687" y="2962"/>
                  </a:cubicBezTo>
                  <a:close/>
                  <a:moveTo>
                    <a:pt x="5609" y="5515"/>
                  </a:moveTo>
                  <a:cubicBezTo>
                    <a:pt x="5612" y="5515"/>
                    <a:pt x="6477" y="6066"/>
                    <a:pt x="6961" y="6092"/>
                  </a:cubicBezTo>
                  <a:cubicBezTo>
                    <a:pt x="6817" y="6277"/>
                    <a:pt x="6591" y="6378"/>
                    <a:pt x="6356" y="6378"/>
                  </a:cubicBezTo>
                  <a:cubicBezTo>
                    <a:pt x="6243" y="6378"/>
                    <a:pt x="6128" y="6355"/>
                    <a:pt x="6019" y="6305"/>
                  </a:cubicBezTo>
                  <a:cubicBezTo>
                    <a:pt x="5441" y="6032"/>
                    <a:pt x="5654" y="5545"/>
                    <a:pt x="5654" y="5545"/>
                  </a:cubicBezTo>
                  <a:cubicBezTo>
                    <a:pt x="5622" y="5524"/>
                    <a:pt x="5608" y="5515"/>
                    <a:pt x="5609" y="5515"/>
                  </a:cubicBezTo>
                  <a:close/>
                  <a:moveTo>
                    <a:pt x="3175" y="1"/>
                  </a:moveTo>
                  <a:cubicBezTo>
                    <a:pt x="2283" y="1"/>
                    <a:pt x="2310" y="1138"/>
                    <a:pt x="2310" y="1138"/>
                  </a:cubicBezTo>
                  <a:lnTo>
                    <a:pt x="2219" y="4117"/>
                  </a:lnTo>
                  <a:lnTo>
                    <a:pt x="1702" y="4117"/>
                  </a:lnTo>
                  <a:lnTo>
                    <a:pt x="1459" y="2323"/>
                  </a:lnTo>
                  <a:lnTo>
                    <a:pt x="1003" y="2323"/>
                  </a:lnTo>
                  <a:cubicBezTo>
                    <a:pt x="578" y="2384"/>
                    <a:pt x="0" y="2658"/>
                    <a:pt x="31" y="3782"/>
                  </a:cubicBezTo>
                  <a:cubicBezTo>
                    <a:pt x="54" y="4732"/>
                    <a:pt x="606" y="4958"/>
                    <a:pt x="1083" y="4958"/>
                  </a:cubicBezTo>
                  <a:cubicBezTo>
                    <a:pt x="1232" y="4958"/>
                    <a:pt x="1374" y="4936"/>
                    <a:pt x="1490" y="4907"/>
                  </a:cubicBezTo>
                  <a:lnTo>
                    <a:pt x="1490" y="4907"/>
                  </a:lnTo>
                  <a:lnTo>
                    <a:pt x="1307" y="9770"/>
                  </a:lnTo>
                  <a:cubicBezTo>
                    <a:pt x="2341" y="10348"/>
                    <a:pt x="3496" y="10682"/>
                    <a:pt x="4681" y="10743"/>
                  </a:cubicBezTo>
                  <a:cubicBezTo>
                    <a:pt x="5198" y="10743"/>
                    <a:pt x="5684" y="10713"/>
                    <a:pt x="6201" y="10652"/>
                  </a:cubicBezTo>
                  <a:cubicBezTo>
                    <a:pt x="6231" y="10196"/>
                    <a:pt x="6292" y="9649"/>
                    <a:pt x="6323" y="9284"/>
                  </a:cubicBezTo>
                  <a:cubicBezTo>
                    <a:pt x="4316" y="9254"/>
                    <a:pt x="3861" y="7734"/>
                    <a:pt x="3860" y="7734"/>
                  </a:cubicBezTo>
                  <a:lnTo>
                    <a:pt x="3860" y="7734"/>
                  </a:lnTo>
                  <a:cubicBezTo>
                    <a:pt x="4590" y="8311"/>
                    <a:pt x="5471" y="8676"/>
                    <a:pt x="6383" y="8767"/>
                  </a:cubicBezTo>
                  <a:lnTo>
                    <a:pt x="6383" y="8798"/>
                  </a:lnTo>
                  <a:cubicBezTo>
                    <a:pt x="6414" y="8798"/>
                    <a:pt x="8420" y="8676"/>
                    <a:pt x="8663" y="6700"/>
                  </a:cubicBezTo>
                  <a:cubicBezTo>
                    <a:pt x="8815" y="5241"/>
                    <a:pt x="8937" y="2445"/>
                    <a:pt x="8997" y="1016"/>
                  </a:cubicBezTo>
                  <a:lnTo>
                    <a:pt x="8997" y="1016"/>
                  </a:lnTo>
                  <a:cubicBezTo>
                    <a:pt x="8997" y="1016"/>
                    <a:pt x="8967" y="1016"/>
                    <a:pt x="8967" y="1047"/>
                  </a:cubicBezTo>
                  <a:cubicBezTo>
                    <a:pt x="8663" y="1199"/>
                    <a:pt x="8298" y="1260"/>
                    <a:pt x="7964" y="1260"/>
                  </a:cubicBezTo>
                  <a:cubicBezTo>
                    <a:pt x="7801" y="1276"/>
                    <a:pt x="7643" y="1283"/>
                    <a:pt x="7488" y="1283"/>
                  </a:cubicBezTo>
                  <a:cubicBezTo>
                    <a:pt x="5624" y="1283"/>
                    <a:pt x="4354" y="182"/>
                    <a:pt x="3344" y="13"/>
                  </a:cubicBezTo>
                  <a:cubicBezTo>
                    <a:pt x="3284" y="5"/>
                    <a:pt x="3228" y="1"/>
                    <a:pt x="317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>
              <a:off x="1283725" y="3271200"/>
              <a:ext cx="16750" cy="14600"/>
            </a:xfrm>
            <a:custGeom>
              <a:avLst/>
              <a:gdLst/>
              <a:ahLst/>
              <a:cxnLst/>
              <a:rect l="l" t="t" r="r" b="b"/>
              <a:pathLst>
                <a:path w="670" h="584" extrusionOk="0">
                  <a:moveTo>
                    <a:pt x="335" y="0"/>
                  </a:moveTo>
                  <a:cubicBezTo>
                    <a:pt x="271" y="0"/>
                    <a:pt x="206" y="25"/>
                    <a:pt x="152" y="78"/>
                  </a:cubicBezTo>
                  <a:cubicBezTo>
                    <a:pt x="31" y="169"/>
                    <a:pt x="0" y="382"/>
                    <a:pt x="122" y="503"/>
                  </a:cubicBezTo>
                  <a:cubicBezTo>
                    <a:pt x="171" y="552"/>
                    <a:pt x="246" y="584"/>
                    <a:pt x="324" y="584"/>
                  </a:cubicBezTo>
                  <a:cubicBezTo>
                    <a:pt x="391" y="584"/>
                    <a:pt x="461" y="560"/>
                    <a:pt x="517" y="503"/>
                  </a:cubicBezTo>
                  <a:cubicBezTo>
                    <a:pt x="639" y="412"/>
                    <a:pt x="669" y="230"/>
                    <a:pt x="548" y="108"/>
                  </a:cubicBezTo>
                  <a:cubicBezTo>
                    <a:pt x="496" y="40"/>
                    <a:pt x="416" y="0"/>
                    <a:pt x="3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>
              <a:off x="1274600" y="3264675"/>
              <a:ext cx="26625" cy="8575"/>
            </a:xfrm>
            <a:custGeom>
              <a:avLst/>
              <a:gdLst/>
              <a:ahLst/>
              <a:cxnLst/>
              <a:rect l="l" t="t" r="r" b="b"/>
              <a:pathLst>
                <a:path w="1065" h="343" extrusionOk="0">
                  <a:moveTo>
                    <a:pt x="474" y="1"/>
                  </a:moveTo>
                  <a:cubicBezTo>
                    <a:pt x="356" y="1"/>
                    <a:pt x="236" y="32"/>
                    <a:pt x="122" y="96"/>
                  </a:cubicBezTo>
                  <a:cubicBezTo>
                    <a:pt x="31" y="157"/>
                    <a:pt x="1" y="217"/>
                    <a:pt x="1" y="217"/>
                  </a:cubicBezTo>
                  <a:cubicBezTo>
                    <a:pt x="4" y="221"/>
                    <a:pt x="10" y="222"/>
                    <a:pt x="18" y="222"/>
                  </a:cubicBezTo>
                  <a:cubicBezTo>
                    <a:pt x="66" y="222"/>
                    <a:pt x="192" y="170"/>
                    <a:pt x="358" y="170"/>
                  </a:cubicBezTo>
                  <a:cubicBezTo>
                    <a:pt x="408" y="170"/>
                    <a:pt x="461" y="174"/>
                    <a:pt x="517" y="187"/>
                  </a:cubicBezTo>
                  <a:cubicBezTo>
                    <a:pt x="766" y="215"/>
                    <a:pt x="940" y="343"/>
                    <a:pt x="992" y="343"/>
                  </a:cubicBezTo>
                  <a:cubicBezTo>
                    <a:pt x="997" y="343"/>
                    <a:pt x="1001" y="342"/>
                    <a:pt x="1004" y="339"/>
                  </a:cubicBezTo>
                  <a:cubicBezTo>
                    <a:pt x="1065" y="308"/>
                    <a:pt x="1004" y="278"/>
                    <a:pt x="943" y="187"/>
                  </a:cubicBezTo>
                  <a:cubicBezTo>
                    <a:pt x="801" y="63"/>
                    <a:pt x="639" y="1"/>
                    <a:pt x="4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>
              <a:off x="1206400" y="3269225"/>
              <a:ext cx="18850" cy="14625"/>
            </a:xfrm>
            <a:custGeom>
              <a:avLst/>
              <a:gdLst/>
              <a:ahLst/>
              <a:cxnLst/>
              <a:rect l="l" t="t" r="r" b="b"/>
              <a:pathLst>
                <a:path w="754" h="585" extrusionOk="0">
                  <a:moveTo>
                    <a:pt x="352" y="1"/>
                  </a:moveTo>
                  <a:cubicBezTo>
                    <a:pt x="269" y="1"/>
                    <a:pt x="194" y="31"/>
                    <a:pt x="145" y="96"/>
                  </a:cubicBezTo>
                  <a:cubicBezTo>
                    <a:pt x="0" y="299"/>
                    <a:pt x="132" y="585"/>
                    <a:pt x="381" y="585"/>
                  </a:cubicBezTo>
                  <a:cubicBezTo>
                    <a:pt x="393" y="585"/>
                    <a:pt x="406" y="584"/>
                    <a:pt x="419" y="582"/>
                  </a:cubicBezTo>
                  <a:cubicBezTo>
                    <a:pt x="662" y="552"/>
                    <a:pt x="753" y="218"/>
                    <a:pt x="571" y="66"/>
                  </a:cubicBezTo>
                  <a:cubicBezTo>
                    <a:pt x="500" y="23"/>
                    <a:pt x="423" y="1"/>
                    <a:pt x="3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1199375" y="3262400"/>
              <a:ext cx="25100" cy="8800"/>
            </a:xfrm>
            <a:custGeom>
              <a:avLst/>
              <a:gdLst/>
              <a:ahLst/>
              <a:cxnLst/>
              <a:rect l="l" t="t" r="r" b="b"/>
              <a:pathLst>
                <a:path w="1004" h="352" extrusionOk="0">
                  <a:moveTo>
                    <a:pt x="483" y="1"/>
                  </a:moveTo>
                  <a:cubicBezTo>
                    <a:pt x="361" y="1"/>
                    <a:pt x="236" y="32"/>
                    <a:pt x="122" y="96"/>
                  </a:cubicBezTo>
                  <a:cubicBezTo>
                    <a:pt x="31" y="156"/>
                    <a:pt x="1" y="217"/>
                    <a:pt x="1" y="217"/>
                  </a:cubicBezTo>
                  <a:cubicBezTo>
                    <a:pt x="5" y="222"/>
                    <a:pt x="13" y="223"/>
                    <a:pt x="25" y="223"/>
                  </a:cubicBezTo>
                  <a:cubicBezTo>
                    <a:pt x="83" y="223"/>
                    <a:pt x="222" y="180"/>
                    <a:pt x="401" y="180"/>
                  </a:cubicBezTo>
                  <a:cubicBezTo>
                    <a:pt x="438" y="180"/>
                    <a:pt x="477" y="182"/>
                    <a:pt x="517" y="187"/>
                  </a:cubicBezTo>
                  <a:cubicBezTo>
                    <a:pt x="752" y="213"/>
                    <a:pt x="920" y="351"/>
                    <a:pt x="982" y="351"/>
                  </a:cubicBezTo>
                  <a:cubicBezTo>
                    <a:pt x="992" y="351"/>
                    <a:pt x="999" y="347"/>
                    <a:pt x="1004" y="339"/>
                  </a:cubicBezTo>
                  <a:cubicBezTo>
                    <a:pt x="1004" y="339"/>
                    <a:pt x="1004" y="278"/>
                    <a:pt x="943" y="187"/>
                  </a:cubicBezTo>
                  <a:cubicBezTo>
                    <a:pt x="819" y="63"/>
                    <a:pt x="65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1245725" y="3270850"/>
              <a:ext cx="19025" cy="61575"/>
            </a:xfrm>
            <a:custGeom>
              <a:avLst/>
              <a:gdLst/>
              <a:ahLst/>
              <a:cxnLst/>
              <a:rect l="l" t="t" r="r" b="b"/>
              <a:pathLst>
                <a:path w="761" h="2463" extrusionOk="0">
                  <a:moveTo>
                    <a:pt x="122" y="1"/>
                  </a:moveTo>
                  <a:lnTo>
                    <a:pt x="122" y="1"/>
                  </a:lnTo>
                  <a:cubicBezTo>
                    <a:pt x="183" y="517"/>
                    <a:pt x="274" y="1004"/>
                    <a:pt x="426" y="1520"/>
                  </a:cubicBezTo>
                  <a:cubicBezTo>
                    <a:pt x="487" y="1703"/>
                    <a:pt x="517" y="1916"/>
                    <a:pt x="578" y="2098"/>
                  </a:cubicBezTo>
                  <a:cubicBezTo>
                    <a:pt x="609" y="2159"/>
                    <a:pt x="609" y="2250"/>
                    <a:pt x="609" y="2311"/>
                  </a:cubicBezTo>
                  <a:cubicBezTo>
                    <a:pt x="609" y="2341"/>
                    <a:pt x="548" y="2341"/>
                    <a:pt x="457" y="2341"/>
                  </a:cubicBezTo>
                  <a:cubicBezTo>
                    <a:pt x="305" y="2341"/>
                    <a:pt x="153" y="2341"/>
                    <a:pt x="1" y="2402"/>
                  </a:cubicBezTo>
                  <a:cubicBezTo>
                    <a:pt x="153" y="2432"/>
                    <a:pt x="305" y="2463"/>
                    <a:pt x="457" y="2463"/>
                  </a:cubicBezTo>
                  <a:lnTo>
                    <a:pt x="578" y="2463"/>
                  </a:lnTo>
                  <a:cubicBezTo>
                    <a:pt x="639" y="2463"/>
                    <a:pt x="700" y="2402"/>
                    <a:pt x="730" y="2372"/>
                  </a:cubicBezTo>
                  <a:cubicBezTo>
                    <a:pt x="761" y="2250"/>
                    <a:pt x="761" y="2159"/>
                    <a:pt x="730" y="2068"/>
                  </a:cubicBezTo>
                  <a:cubicBezTo>
                    <a:pt x="669" y="1855"/>
                    <a:pt x="639" y="1672"/>
                    <a:pt x="578" y="1460"/>
                  </a:cubicBezTo>
                  <a:cubicBezTo>
                    <a:pt x="487" y="973"/>
                    <a:pt x="335" y="457"/>
                    <a:pt x="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1218375" y="3335225"/>
              <a:ext cx="37250" cy="21825"/>
            </a:xfrm>
            <a:custGeom>
              <a:avLst/>
              <a:gdLst/>
              <a:ahLst/>
              <a:cxnLst/>
              <a:rect l="l" t="t" r="r" b="b"/>
              <a:pathLst>
                <a:path w="1490" h="873" extrusionOk="0">
                  <a:moveTo>
                    <a:pt x="147" y="1"/>
                  </a:moveTo>
                  <a:cubicBezTo>
                    <a:pt x="141" y="1"/>
                    <a:pt x="152" y="13"/>
                    <a:pt x="183" y="40"/>
                  </a:cubicBezTo>
                  <a:cubicBezTo>
                    <a:pt x="183" y="40"/>
                    <a:pt x="0" y="496"/>
                    <a:pt x="578" y="800"/>
                  </a:cubicBezTo>
                  <a:cubicBezTo>
                    <a:pt x="677" y="849"/>
                    <a:pt x="786" y="873"/>
                    <a:pt x="895" y="873"/>
                  </a:cubicBezTo>
                  <a:cubicBezTo>
                    <a:pt x="1120" y="873"/>
                    <a:pt x="1346" y="771"/>
                    <a:pt x="1490" y="587"/>
                  </a:cubicBezTo>
                  <a:cubicBezTo>
                    <a:pt x="1012" y="560"/>
                    <a:pt x="187" y="1"/>
                    <a:pt x="1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1178850" y="3390150"/>
              <a:ext cx="62350" cy="38025"/>
            </a:xfrm>
            <a:custGeom>
              <a:avLst/>
              <a:gdLst/>
              <a:ahLst/>
              <a:cxnLst/>
              <a:rect l="l" t="t" r="r" b="b"/>
              <a:pathLst>
                <a:path w="2494" h="1521" extrusionOk="0">
                  <a:moveTo>
                    <a:pt x="1" y="1"/>
                  </a:moveTo>
                  <a:cubicBezTo>
                    <a:pt x="1" y="1"/>
                    <a:pt x="457" y="1490"/>
                    <a:pt x="2463" y="1521"/>
                  </a:cubicBezTo>
                  <a:lnTo>
                    <a:pt x="2493" y="1034"/>
                  </a:lnTo>
                  <a:lnTo>
                    <a:pt x="2493" y="1004"/>
                  </a:lnTo>
                  <a:cubicBezTo>
                    <a:pt x="1581" y="913"/>
                    <a:pt x="700" y="578"/>
                    <a:pt x="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>
              <a:off x="1098300" y="3107175"/>
              <a:ext cx="224750" cy="191825"/>
            </a:xfrm>
            <a:custGeom>
              <a:avLst/>
              <a:gdLst/>
              <a:ahLst/>
              <a:cxnLst/>
              <a:rect l="l" t="t" r="r" b="b"/>
              <a:pathLst>
                <a:path w="8990" h="7673" extrusionOk="0">
                  <a:moveTo>
                    <a:pt x="7750" y="0"/>
                  </a:moveTo>
                  <a:cubicBezTo>
                    <a:pt x="7630" y="0"/>
                    <a:pt x="7509" y="25"/>
                    <a:pt x="7387" y="73"/>
                  </a:cubicBezTo>
                  <a:cubicBezTo>
                    <a:pt x="6962" y="256"/>
                    <a:pt x="6597" y="590"/>
                    <a:pt x="6171" y="712"/>
                  </a:cubicBezTo>
                  <a:cubicBezTo>
                    <a:pt x="5920" y="762"/>
                    <a:pt x="5660" y="785"/>
                    <a:pt x="5401" y="785"/>
                  </a:cubicBezTo>
                  <a:cubicBezTo>
                    <a:pt x="5189" y="785"/>
                    <a:pt x="4978" y="769"/>
                    <a:pt x="4773" y="742"/>
                  </a:cubicBezTo>
                  <a:cubicBezTo>
                    <a:pt x="4256" y="742"/>
                    <a:pt x="3740" y="864"/>
                    <a:pt x="3314" y="1168"/>
                  </a:cubicBezTo>
                  <a:cubicBezTo>
                    <a:pt x="2889" y="1472"/>
                    <a:pt x="2615" y="1958"/>
                    <a:pt x="2615" y="2475"/>
                  </a:cubicBezTo>
                  <a:cubicBezTo>
                    <a:pt x="2350" y="2438"/>
                    <a:pt x="2074" y="2407"/>
                    <a:pt x="1807" y="2407"/>
                  </a:cubicBezTo>
                  <a:cubicBezTo>
                    <a:pt x="1401" y="2407"/>
                    <a:pt x="1012" y="2480"/>
                    <a:pt x="700" y="2718"/>
                  </a:cubicBezTo>
                  <a:cubicBezTo>
                    <a:pt x="274" y="3083"/>
                    <a:pt x="1" y="3599"/>
                    <a:pt x="1" y="4177"/>
                  </a:cubicBezTo>
                  <a:cubicBezTo>
                    <a:pt x="31" y="4724"/>
                    <a:pt x="123" y="5271"/>
                    <a:pt x="305" y="5788"/>
                  </a:cubicBezTo>
                  <a:cubicBezTo>
                    <a:pt x="335" y="5818"/>
                    <a:pt x="335" y="5849"/>
                    <a:pt x="335" y="5879"/>
                  </a:cubicBezTo>
                  <a:lnTo>
                    <a:pt x="791" y="5879"/>
                  </a:lnTo>
                  <a:lnTo>
                    <a:pt x="1034" y="7672"/>
                  </a:lnTo>
                  <a:lnTo>
                    <a:pt x="1551" y="7672"/>
                  </a:lnTo>
                  <a:lnTo>
                    <a:pt x="1642" y="4694"/>
                  </a:lnTo>
                  <a:cubicBezTo>
                    <a:pt x="1642" y="4694"/>
                    <a:pt x="1615" y="3586"/>
                    <a:pt x="2503" y="3586"/>
                  </a:cubicBezTo>
                  <a:cubicBezTo>
                    <a:pt x="2557" y="3586"/>
                    <a:pt x="2615" y="3591"/>
                    <a:pt x="2676" y="3599"/>
                  </a:cubicBezTo>
                  <a:cubicBezTo>
                    <a:pt x="3688" y="3740"/>
                    <a:pt x="4960" y="4869"/>
                    <a:pt x="6830" y="4869"/>
                  </a:cubicBezTo>
                  <a:cubicBezTo>
                    <a:pt x="6981" y="4869"/>
                    <a:pt x="7136" y="4861"/>
                    <a:pt x="7296" y="4846"/>
                  </a:cubicBezTo>
                  <a:cubicBezTo>
                    <a:pt x="7630" y="4846"/>
                    <a:pt x="7995" y="4754"/>
                    <a:pt x="8299" y="4602"/>
                  </a:cubicBezTo>
                  <a:cubicBezTo>
                    <a:pt x="8299" y="4602"/>
                    <a:pt x="8329" y="4572"/>
                    <a:pt x="8329" y="4572"/>
                  </a:cubicBezTo>
                  <a:cubicBezTo>
                    <a:pt x="8603" y="4390"/>
                    <a:pt x="8785" y="4086"/>
                    <a:pt x="8785" y="3751"/>
                  </a:cubicBezTo>
                  <a:cubicBezTo>
                    <a:pt x="8758" y="3421"/>
                    <a:pt x="8506" y="3166"/>
                    <a:pt x="8188" y="3143"/>
                  </a:cubicBezTo>
                  <a:lnTo>
                    <a:pt x="8188" y="3143"/>
                  </a:lnTo>
                  <a:cubicBezTo>
                    <a:pt x="8653" y="3109"/>
                    <a:pt x="8990" y="2655"/>
                    <a:pt x="8876" y="2201"/>
                  </a:cubicBezTo>
                  <a:cubicBezTo>
                    <a:pt x="8789" y="1829"/>
                    <a:pt x="8465" y="1614"/>
                    <a:pt x="8131" y="1614"/>
                  </a:cubicBezTo>
                  <a:cubicBezTo>
                    <a:pt x="8002" y="1614"/>
                    <a:pt x="7871" y="1647"/>
                    <a:pt x="7752" y="1715"/>
                  </a:cubicBezTo>
                  <a:cubicBezTo>
                    <a:pt x="7995" y="1532"/>
                    <a:pt x="8208" y="1320"/>
                    <a:pt x="8360" y="1046"/>
                  </a:cubicBezTo>
                  <a:cubicBezTo>
                    <a:pt x="8512" y="742"/>
                    <a:pt x="8481" y="408"/>
                    <a:pt x="8269" y="165"/>
                  </a:cubicBezTo>
                  <a:cubicBezTo>
                    <a:pt x="8104" y="55"/>
                    <a:pt x="7929" y="0"/>
                    <a:pt x="7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/>
            <p:cNvSpPr/>
            <p:nvPr/>
          </p:nvSpPr>
          <p:spPr>
            <a:xfrm>
              <a:off x="1092225" y="3268250"/>
              <a:ext cx="19800" cy="37150"/>
            </a:xfrm>
            <a:custGeom>
              <a:avLst/>
              <a:gdLst/>
              <a:ahLst/>
              <a:cxnLst/>
              <a:rect l="l" t="t" r="r" b="b"/>
              <a:pathLst>
                <a:path w="792" h="1486" extrusionOk="0">
                  <a:moveTo>
                    <a:pt x="449" y="1"/>
                  </a:moveTo>
                  <a:cubicBezTo>
                    <a:pt x="432" y="1"/>
                    <a:pt x="414" y="5"/>
                    <a:pt x="396" y="14"/>
                  </a:cubicBezTo>
                  <a:cubicBezTo>
                    <a:pt x="244" y="44"/>
                    <a:pt x="122" y="135"/>
                    <a:pt x="92" y="287"/>
                  </a:cubicBezTo>
                  <a:cubicBezTo>
                    <a:pt x="31" y="439"/>
                    <a:pt x="1" y="591"/>
                    <a:pt x="1" y="773"/>
                  </a:cubicBezTo>
                  <a:cubicBezTo>
                    <a:pt x="1" y="1077"/>
                    <a:pt x="183" y="1351"/>
                    <a:pt x="457" y="1473"/>
                  </a:cubicBezTo>
                  <a:cubicBezTo>
                    <a:pt x="483" y="1481"/>
                    <a:pt x="510" y="1485"/>
                    <a:pt x="537" y="1485"/>
                  </a:cubicBezTo>
                  <a:cubicBezTo>
                    <a:pt x="601" y="1485"/>
                    <a:pt x="666" y="1464"/>
                    <a:pt x="730" y="1442"/>
                  </a:cubicBezTo>
                  <a:cubicBezTo>
                    <a:pt x="790" y="1383"/>
                    <a:pt x="791" y="1352"/>
                    <a:pt x="791" y="1351"/>
                  </a:cubicBezTo>
                  <a:lnTo>
                    <a:pt x="791" y="1351"/>
                  </a:lnTo>
                  <a:cubicBezTo>
                    <a:pt x="791" y="1352"/>
                    <a:pt x="790" y="1382"/>
                    <a:pt x="730" y="1412"/>
                  </a:cubicBezTo>
                  <a:cubicBezTo>
                    <a:pt x="700" y="1427"/>
                    <a:pt x="662" y="1435"/>
                    <a:pt x="624" y="1435"/>
                  </a:cubicBezTo>
                  <a:cubicBezTo>
                    <a:pt x="586" y="1435"/>
                    <a:pt x="548" y="1427"/>
                    <a:pt x="517" y="1412"/>
                  </a:cubicBezTo>
                  <a:cubicBezTo>
                    <a:pt x="274" y="1260"/>
                    <a:pt x="153" y="1017"/>
                    <a:pt x="153" y="743"/>
                  </a:cubicBezTo>
                  <a:cubicBezTo>
                    <a:pt x="122" y="591"/>
                    <a:pt x="153" y="469"/>
                    <a:pt x="214" y="317"/>
                  </a:cubicBezTo>
                  <a:cubicBezTo>
                    <a:pt x="244" y="226"/>
                    <a:pt x="305" y="135"/>
                    <a:pt x="426" y="74"/>
                  </a:cubicBezTo>
                  <a:cubicBezTo>
                    <a:pt x="487" y="74"/>
                    <a:pt x="578" y="105"/>
                    <a:pt x="609" y="165"/>
                  </a:cubicBezTo>
                  <a:cubicBezTo>
                    <a:pt x="639" y="226"/>
                    <a:pt x="609" y="257"/>
                    <a:pt x="639" y="257"/>
                  </a:cubicBezTo>
                  <a:cubicBezTo>
                    <a:pt x="639" y="257"/>
                    <a:pt x="669" y="226"/>
                    <a:pt x="639" y="135"/>
                  </a:cubicBezTo>
                  <a:cubicBezTo>
                    <a:pt x="609" y="105"/>
                    <a:pt x="578" y="74"/>
                    <a:pt x="548" y="44"/>
                  </a:cubicBezTo>
                  <a:cubicBezTo>
                    <a:pt x="526" y="22"/>
                    <a:pt x="490" y="1"/>
                    <a:pt x="449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/>
            <p:cNvSpPr/>
            <p:nvPr/>
          </p:nvSpPr>
          <p:spPr>
            <a:xfrm>
              <a:off x="1248775" y="2934225"/>
              <a:ext cx="267500" cy="626975"/>
            </a:xfrm>
            <a:custGeom>
              <a:avLst/>
              <a:gdLst/>
              <a:ahLst/>
              <a:cxnLst/>
              <a:rect l="l" t="t" r="r" b="b"/>
              <a:pathLst>
                <a:path w="10700" h="25079" extrusionOk="0">
                  <a:moveTo>
                    <a:pt x="4803" y="0"/>
                  </a:moveTo>
                  <a:lnTo>
                    <a:pt x="4043" y="943"/>
                  </a:lnTo>
                  <a:cubicBezTo>
                    <a:pt x="0" y="5988"/>
                    <a:pt x="1429" y="16080"/>
                    <a:pt x="2219" y="20122"/>
                  </a:cubicBezTo>
                  <a:lnTo>
                    <a:pt x="2645" y="22341"/>
                  </a:lnTo>
                  <a:cubicBezTo>
                    <a:pt x="2645" y="22341"/>
                    <a:pt x="2979" y="24773"/>
                    <a:pt x="3313" y="24894"/>
                  </a:cubicBezTo>
                  <a:cubicBezTo>
                    <a:pt x="3366" y="24921"/>
                    <a:pt x="3415" y="24931"/>
                    <a:pt x="3459" y="24931"/>
                  </a:cubicBezTo>
                  <a:cubicBezTo>
                    <a:pt x="3675" y="24931"/>
                    <a:pt x="3800" y="24682"/>
                    <a:pt x="3800" y="24682"/>
                  </a:cubicBezTo>
                  <a:cubicBezTo>
                    <a:pt x="3800" y="24682"/>
                    <a:pt x="4111" y="25078"/>
                    <a:pt x="4379" y="25078"/>
                  </a:cubicBezTo>
                  <a:cubicBezTo>
                    <a:pt x="4389" y="25078"/>
                    <a:pt x="4398" y="25078"/>
                    <a:pt x="4408" y="25077"/>
                  </a:cubicBezTo>
                  <a:cubicBezTo>
                    <a:pt x="4772" y="25016"/>
                    <a:pt x="4924" y="24378"/>
                    <a:pt x="4924" y="24378"/>
                  </a:cubicBezTo>
                  <a:cubicBezTo>
                    <a:pt x="4924" y="24378"/>
                    <a:pt x="5259" y="24894"/>
                    <a:pt x="5563" y="24894"/>
                  </a:cubicBezTo>
                  <a:cubicBezTo>
                    <a:pt x="5927" y="24894"/>
                    <a:pt x="6019" y="24287"/>
                    <a:pt x="6019" y="24287"/>
                  </a:cubicBezTo>
                  <a:cubicBezTo>
                    <a:pt x="6201" y="24590"/>
                    <a:pt x="6535" y="24803"/>
                    <a:pt x="6900" y="24803"/>
                  </a:cubicBezTo>
                  <a:cubicBezTo>
                    <a:pt x="7143" y="24773"/>
                    <a:pt x="7356" y="24590"/>
                    <a:pt x="7417" y="24347"/>
                  </a:cubicBezTo>
                  <a:cubicBezTo>
                    <a:pt x="7417" y="24347"/>
                    <a:pt x="6900" y="22068"/>
                    <a:pt x="7204" y="21855"/>
                  </a:cubicBezTo>
                  <a:cubicBezTo>
                    <a:pt x="7271" y="21802"/>
                    <a:pt x="7344" y="21780"/>
                    <a:pt x="7421" y="21780"/>
                  </a:cubicBezTo>
                  <a:cubicBezTo>
                    <a:pt x="7694" y="21780"/>
                    <a:pt x="8004" y="22051"/>
                    <a:pt x="8146" y="22098"/>
                  </a:cubicBezTo>
                  <a:cubicBezTo>
                    <a:pt x="8306" y="22166"/>
                    <a:pt x="8996" y="22457"/>
                    <a:pt x="9574" y="22457"/>
                  </a:cubicBezTo>
                  <a:cubicBezTo>
                    <a:pt x="9767" y="22457"/>
                    <a:pt x="9947" y="22425"/>
                    <a:pt x="10092" y="22341"/>
                  </a:cubicBezTo>
                  <a:cubicBezTo>
                    <a:pt x="10700" y="22037"/>
                    <a:pt x="9697" y="21916"/>
                    <a:pt x="8937" y="21460"/>
                  </a:cubicBezTo>
                  <a:cubicBezTo>
                    <a:pt x="8177" y="20973"/>
                    <a:pt x="7234" y="20335"/>
                    <a:pt x="7174" y="19940"/>
                  </a:cubicBezTo>
                  <a:lnTo>
                    <a:pt x="7052" y="19271"/>
                  </a:lnTo>
                  <a:cubicBezTo>
                    <a:pt x="6657" y="16627"/>
                    <a:pt x="6353" y="10487"/>
                    <a:pt x="6809" y="6900"/>
                  </a:cubicBezTo>
                  <a:cubicBezTo>
                    <a:pt x="6870" y="6505"/>
                    <a:pt x="8116" y="5077"/>
                    <a:pt x="9545" y="3526"/>
                  </a:cubicBezTo>
                  <a:lnTo>
                    <a:pt x="4803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77"/>
          <p:cNvSpPr txBox="1">
            <a:spLocks noGrp="1"/>
          </p:cNvSpPr>
          <p:nvPr>
            <p:ph type="title"/>
          </p:nvPr>
        </p:nvSpPr>
        <p:spPr>
          <a:xfrm>
            <a:off x="128820" y="45069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TABLE OF CONTENT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586" name="Google Shape;3586;p77"/>
          <p:cNvSpPr txBox="1">
            <a:spLocks noGrp="1"/>
          </p:cNvSpPr>
          <p:nvPr>
            <p:ph type="subTitle" idx="4294967295"/>
          </p:nvPr>
        </p:nvSpPr>
        <p:spPr>
          <a:xfrm>
            <a:off x="0" y="1238250"/>
            <a:ext cx="4592638" cy="3524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</a:pPr>
            <a:endParaRPr sz="12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75748-ADB9-0959-7AAF-77784B84EBFC}"/>
              </a:ext>
            </a:extLst>
          </p:cNvPr>
          <p:cNvSpPr txBox="1"/>
          <p:nvPr/>
        </p:nvSpPr>
        <p:spPr>
          <a:xfrm>
            <a:off x="218475" y="1023390"/>
            <a:ext cx="41556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/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Ensuring Trust: Privacy, Safety, and Fairness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Social Facebook Impression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Policy Coverage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Meta Collects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How Meta Uses Your Data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Sharing with Partners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Transfers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Retention</a:t>
            </a: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61849A-0222-8AC3-5AA2-DBDB6B75AA0F}"/>
              </a:ext>
            </a:extLst>
          </p:cNvPr>
          <p:cNvSpPr txBox="1"/>
          <p:nvPr/>
        </p:nvSpPr>
        <p:spPr>
          <a:xfrm>
            <a:off x="4389120" y="1238250"/>
            <a:ext cx="51072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Promoting Safety, Security, and Integrity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GDPR and CCPA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Cambridge Analytica Scandal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Misinformation and Harmful Content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Antitrust and Monopoly Concerns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Child Safety and Mental Health Concerns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Empowering Users: Your Privacy Rights</a:t>
            </a:r>
          </a:p>
          <a:p>
            <a:pPr marR="0" lvl="0">
              <a:buClr>
                <a:srgbClr val="4E95D9"/>
              </a:buClr>
              <a:buSzPts val="1600"/>
            </a:pP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Clr>
                <a:srgbClr val="4E95D9"/>
              </a:buClr>
              <a:buSzPts val="1600"/>
              <a:buFont typeface="Wingdings" pitchFamily="2" charset="2"/>
              <a:buChar char=""/>
            </a:pPr>
            <a:r>
              <a:rPr lang="en-US" sz="1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US" sz="1400" kern="100" dirty="0">
              <a:noFill/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" name="Google Shape;921;p47"/>
          <p:cNvGrpSpPr/>
          <p:nvPr/>
        </p:nvGrpSpPr>
        <p:grpSpPr>
          <a:xfrm rot="-6901726">
            <a:off x="-3148222" y="1224340"/>
            <a:ext cx="10526452" cy="10365738"/>
            <a:chOff x="1132290" y="467842"/>
            <a:chExt cx="5085019" cy="4954098"/>
          </a:xfrm>
        </p:grpSpPr>
        <p:sp>
          <p:nvSpPr>
            <p:cNvPr id="922" name="Google Shape;922;p47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5" name="Google Shape;925;p47"/>
          <p:cNvSpPr txBox="1">
            <a:spLocks noGrp="1"/>
          </p:cNvSpPr>
          <p:nvPr>
            <p:ph type="body" idx="1"/>
          </p:nvPr>
        </p:nvSpPr>
        <p:spPr>
          <a:xfrm>
            <a:off x="-75" y="1472620"/>
            <a:ext cx="91440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" sz="2400" dirty="0">
                <a:solidFill>
                  <a:schemeClr val="accent6"/>
                </a:solidFill>
              </a:rPr>
              <a:t>“</a:t>
            </a:r>
            <a:r>
              <a:rPr lang="en-US" sz="2400" b="1" i="0" u="none" strike="noStrike" dirty="0">
                <a:solidFill>
                  <a:schemeClr val="accent6"/>
                </a:solidFill>
                <a:effectLst/>
                <a:latin typeface="Proxima Nova" panose="02000506030000020004" pitchFamily="2" charset="0"/>
              </a:rPr>
              <a:t>What people want isn’t complete privacy .... they want control</a:t>
            </a:r>
            <a:r>
              <a:rPr lang="en-US" sz="2400" dirty="0">
                <a:solidFill>
                  <a:schemeClr val="accent6"/>
                </a:solidFill>
              </a:rPr>
              <a:t>.”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6" name="Google Shape;926;p47"/>
          <p:cNvSpPr txBox="1">
            <a:spLocks noGrp="1"/>
          </p:cNvSpPr>
          <p:nvPr>
            <p:ph type="title"/>
          </p:nvPr>
        </p:nvSpPr>
        <p:spPr>
          <a:xfrm>
            <a:off x="4274040" y="2286513"/>
            <a:ext cx="3422100" cy="77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</a:rPr>
              <a:t>-Mark Zuckerberg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sz="1400" b="1" i="0" u="sng" strike="noStrike" dirty="0">
                <a:solidFill>
                  <a:schemeClr val="accent6"/>
                </a:solidFill>
                <a:effectLst/>
                <a:latin typeface="Lyo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 (May 20, 2010)</a:t>
            </a:r>
            <a:endParaRPr sz="1400" dirty="0">
              <a:solidFill>
                <a:schemeClr val="accent6"/>
              </a:solidFill>
            </a:endParaRPr>
          </a:p>
        </p:txBody>
      </p:sp>
      <p:grpSp>
        <p:nvGrpSpPr>
          <p:cNvPr id="927" name="Google Shape;927;p47"/>
          <p:cNvGrpSpPr/>
          <p:nvPr/>
        </p:nvGrpSpPr>
        <p:grpSpPr>
          <a:xfrm>
            <a:off x="5" y="3079321"/>
            <a:ext cx="5522000" cy="2154276"/>
            <a:chOff x="545100" y="1812650"/>
            <a:chExt cx="6575375" cy="2565225"/>
          </a:xfrm>
        </p:grpSpPr>
        <p:sp>
          <p:nvSpPr>
            <p:cNvPr id="928" name="Google Shape;928;p47"/>
            <p:cNvSpPr/>
            <p:nvPr/>
          </p:nvSpPr>
          <p:spPr>
            <a:xfrm>
              <a:off x="6037625" y="2472975"/>
              <a:ext cx="1082850" cy="1110225"/>
            </a:xfrm>
            <a:custGeom>
              <a:avLst/>
              <a:gdLst/>
              <a:ahLst/>
              <a:cxnLst/>
              <a:rect l="l" t="t" r="r" b="b"/>
              <a:pathLst>
                <a:path w="43314" h="44409" extrusionOk="0">
                  <a:moveTo>
                    <a:pt x="21251" y="12609"/>
                  </a:moveTo>
                  <a:cubicBezTo>
                    <a:pt x="24472" y="12609"/>
                    <a:pt x="27712" y="14174"/>
                    <a:pt x="29605" y="17478"/>
                  </a:cubicBezTo>
                  <a:cubicBezTo>
                    <a:pt x="32280" y="22098"/>
                    <a:pt x="30669" y="28025"/>
                    <a:pt x="26049" y="30669"/>
                  </a:cubicBezTo>
                  <a:cubicBezTo>
                    <a:pt x="24467" y="31576"/>
                    <a:pt x="22820" y="31984"/>
                    <a:pt x="21228" y="31984"/>
                  </a:cubicBezTo>
                  <a:cubicBezTo>
                    <a:pt x="15291" y="31984"/>
                    <a:pt x="10111" y="26324"/>
                    <a:pt x="11885" y="19757"/>
                  </a:cubicBezTo>
                  <a:cubicBezTo>
                    <a:pt x="13140" y="15108"/>
                    <a:pt x="17181" y="12609"/>
                    <a:pt x="21251" y="12609"/>
                  </a:cubicBezTo>
                  <a:close/>
                  <a:moveTo>
                    <a:pt x="22341" y="0"/>
                  </a:moveTo>
                  <a:lnTo>
                    <a:pt x="17417" y="547"/>
                  </a:lnTo>
                  <a:lnTo>
                    <a:pt x="17143" y="4681"/>
                  </a:lnTo>
                  <a:lnTo>
                    <a:pt x="13465" y="6535"/>
                  </a:lnTo>
                  <a:lnTo>
                    <a:pt x="9575" y="3800"/>
                  </a:lnTo>
                  <a:lnTo>
                    <a:pt x="5654" y="6657"/>
                  </a:lnTo>
                  <a:lnTo>
                    <a:pt x="7690" y="11064"/>
                  </a:lnTo>
                  <a:lnTo>
                    <a:pt x="5350" y="14590"/>
                  </a:lnTo>
                  <a:lnTo>
                    <a:pt x="1094" y="14377"/>
                  </a:lnTo>
                  <a:lnTo>
                    <a:pt x="0" y="19605"/>
                  </a:lnTo>
                  <a:lnTo>
                    <a:pt x="4043" y="21156"/>
                  </a:lnTo>
                  <a:lnTo>
                    <a:pt x="4377" y="25563"/>
                  </a:lnTo>
                  <a:lnTo>
                    <a:pt x="213" y="27995"/>
                  </a:lnTo>
                  <a:lnTo>
                    <a:pt x="2219" y="32554"/>
                  </a:lnTo>
                  <a:lnTo>
                    <a:pt x="6565" y="31885"/>
                  </a:lnTo>
                  <a:lnTo>
                    <a:pt x="9423" y="35198"/>
                  </a:lnTo>
                  <a:lnTo>
                    <a:pt x="7903" y="39332"/>
                  </a:lnTo>
                  <a:lnTo>
                    <a:pt x="11885" y="42129"/>
                  </a:lnTo>
                  <a:lnTo>
                    <a:pt x="14985" y="38785"/>
                  </a:lnTo>
                  <a:lnTo>
                    <a:pt x="19301" y="39940"/>
                  </a:lnTo>
                  <a:lnTo>
                    <a:pt x="20639" y="44408"/>
                  </a:lnTo>
                  <a:lnTo>
                    <a:pt x="25441" y="44074"/>
                  </a:lnTo>
                  <a:lnTo>
                    <a:pt x="26049" y="40092"/>
                  </a:lnTo>
                  <a:lnTo>
                    <a:pt x="30153" y="37721"/>
                  </a:lnTo>
                  <a:lnTo>
                    <a:pt x="33496" y="40396"/>
                  </a:lnTo>
                  <a:lnTo>
                    <a:pt x="37751" y="37235"/>
                  </a:lnTo>
                  <a:lnTo>
                    <a:pt x="35593" y="33527"/>
                  </a:lnTo>
                  <a:lnTo>
                    <a:pt x="37691" y="29758"/>
                  </a:lnTo>
                  <a:lnTo>
                    <a:pt x="42007" y="30062"/>
                  </a:lnTo>
                  <a:lnTo>
                    <a:pt x="43314" y="25198"/>
                  </a:lnTo>
                  <a:lnTo>
                    <a:pt x="39636" y="23192"/>
                  </a:lnTo>
                  <a:lnTo>
                    <a:pt x="39150" y="18754"/>
                  </a:lnTo>
                  <a:lnTo>
                    <a:pt x="42736" y="16323"/>
                  </a:lnTo>
                  <a:lnTo>
                    <a:pt x="40366" y="12219"/>
                  </a:lnTo>
                  <a:lnTo>
                    <a:pt x="36688" y="12736"/>
                  </a:lnTo>
                  <a:lnTo>
                    <a:pt x="33648" y="8906"/>
                  </a:lnTo>
                  <a:lnTo>
                    <a:pt x="35198" y="5107"/>
                  </a:lnTo>
                  <a:lnTo>
                    <a:pt x="31095" y="2402"/>
                  </a:lnTo>
                  <a:lnTo>
                    <a:pt x="28025" y="5472"/>
                  </a:lnTo>
                  <a:lnTo>
                    <a:pt x="23952" y="4772"/>
                  </a:lnTo>
                  <a:lnTo>
                    <a:pt x="223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545100" y="2811650"/>
              <a:ext cx="1155075" cy="1327850"/>
            </a:xfrm>
            <a:custGeom>
              <a:avLst/>
              <a:gdLst/>
              <a:ahLst/>
              <a:cxnLst/>
              <a:rect l="l" t="t" r="r" b="b"/>
              <a:pathLst>
                <a:path w="46203" h="53114" extrusionOk="0">
                  <a:moveTo>
                    <a:pt x="5341" y="1"/>
                  </a:moveTo>
                  <a:cubicBezTo>
                    <a:pt x="5233" y="1"/>
                    <a:pt x="5125" y="4"/>
                    <a:pt x="5016" y="10"/>
                  </a:cubicBezTo>
                  <a:cubicBezTo>
                    <a:pt x="2828" y="131"/>
                    <a:pt x="639" y="1682"/>
                    <a:pt x="305" y="3870"/>
                  </a:cubicBezTo>
                  <a:cubicBezTo>
                    <a:pt x="1" y="6058"/>
                    <a:pt x="1460" y="8125"/>
                    <a:pt x="2980" y="9706"/>
                  </a:cubicBezTo>
                  <a:cubicBezTo>
                    <a:pt x="5290" y="12077"/>
                    <a:pt x="7873" y="14083"/>
                    <a:pt x="10731" y="15694"/>
                  </a:cubicBezTo>
                  <a:cubicBezTo>
                    <a:pt x="11247" y="15998"/>
                    <a:pt x="11825" y="16302"/>
                    <a:pt x="12068" y="16849"/>
                  </a:cubicBezTo>
                  <a:cubicBezTo>
                    <a:pt x="12493" y="17822"/>
                    <a:pt x="11642" y="18916"/>
                    <a:pt x="10670" y="19372"/>
                  </a:cubicBezTo>
                  <a:cubicBezTo>
                    <a:pt x="9576" y="19858"/>
                    <a:pt x="8329" y="19858"/>
                    <a:pt x="7174" y="20132"/>
                  </a:cubicBezTo>
                  <a:cubicBezTo>
                    <a:pt x="5989" y="20375"/>
                    <a:pt x="4773" y="21044"/>
                    <a:pt x="4439" y="22199"/>
                  </a:cubicBezTo>
                  <a:cubicBezTo>
                    <a:pt x="3983" y="23810"/>
                    <a:pt x="5442" y="25299"/>
                    <a:pt x="6840" y="26241"/>
                  </a:cubicBezTo>
                  <a:cubicBezTo>
                    <a:pt x="9606" y="28126"/>
                    <a:pt x="12706" y="29493"/>
                    <a:pt x="15959" y="30314"/>
                  </a:cubicBezTo>
                  <a:cubicBezTo>
                    <a:pt x="17083" y="30618"/>
                    <a:pt x="18329" y="30861"/>
                    <a:pt x="19302" y="31530"/>
                  </a:cubicBezTo>
                  <a:cubicBezTo>
                    <a:pt x="20275" y="32229"/>
                    <a:pt x="20974" y="33536"/>
                    <a:pt x="20518" y="34661"/>
                  </a:cubicBezTo>
                  <a:cubicBezTo>
                    <a:pt x="20126" y="35697"/>
                    <a:pt x="18934" y="36191"/>
                    <a:pt x="17822" y="36191"/>
                  </a:cubicBezTo>
                  <a:cubicBezTo>
                    <a:pt x="17727" y="36191"/>
                    <a:pt x="17632" y="36188"/>
                    <a:pt x="17539" y="36181"/>
                  </a:cubicBezTo>
                  <a:cubicBezTo>
                    <a:pt x="16354" y="36089"/>
                    <a:pt x="15229" y="35573"/>
                    <a:pt x="14074" y="35269"/>
                  </a:cubicBezTo>
                  <a:cubicBezTo>
                    <a:pt x="13493" y="35113"/>
                    <a:pt x="12875" y="35030"/>
                    <a:pt x="12259" y="35030"/>
                  </a:cubicBezTo>
                  <a:cubicBezTo>
                    <a:pt x="10586" y="35030"/>
                    <a:pt x="8930" y="35640"/>
                    <a:pt x="8086" y="37062"/>
                  </a:cubicBezTo>
                  <a:cubicBezTo>
                    <a:pt x="7326" y="38339"/>
                    <a:pt x="7417" y="39980"/>
                    <a:pt x="7995" y="41348"/>
                  </a:cubicBezTo>
                  <a:cubicBezTo>
                    <a:pt x="8603" y="42716"/>
                    <a:pt x="9636" y="43840"/>
                    <a:pt x="10700" y="44874"/>
                  </a:cubicBezTo>
                  <a:cubicBezTo>
                    <a:pt x="14439" y="48430"/>
                    <a:pt x="19059" y="51166"/>
                    <a:pt x="24074" y="52351"/>
                  </a:cubicBezTo>
                  <a:cubicBezTo>
                    <a:pt x="26155" y="52833"/>
                    <a:pt x="28162" y="53114"/>
                    <a:pt x="30130" y="53114"/>
                  </a:cubicBezTo>
                  <a:cubicBezTo>
                    <a:pt x="32876" y="53114"/>
                    <a:pt x="35547" y="52567"/>
                    <a:pt x="38239" y="51257"/>
                  </a:cubicBezTo>
                  <a:lnTo>
                    <a:pt x="38208" y="51257"/>
                  </a:lnTo>
                  <a:cubicBezTo>
                    <a:pt x="45473" y="44965"/>
                    <a:pt x="46202" y="34600"/>
                    <a:pt x="44956" y="25481"/>
                  </a:cubicBezTo>
                  <a:cubicBezTo>
                    <a:pt x="44743" y="23961"/>
                    <a:pt x="44743" y="22351"/>
                    <a:pt x="43892" y="21074"/>
                  </a:cubicBezTo>
                  <a:cubicBezTo>
                    <a:pt x="43263" y="20163"/>
                    <a:pt x="42169" y="19530"/>
                    <a:pt x="41130" y="19530"/>
                  </a:cubicBezTo>
                  <a:cubicBezTo>
                    <a:pt x="40714" y="19530"/>
                    <a:pt x="40306" y="19632"/>
                    <a:pt x="39941" y="19858"/>
                  </a:cubicBezTo>
                  <a:cubicBezTo>
                    <a:pt x="38847" y="20496"/>
                    <a:pt x="38482" y="21864"/>
                    <a:pt x="37965" y="23019"/>
                  </a:cubicBezTo>
                  <a:cubicBezTo>
                    <a:pt x="37266" y="24569"/>
                    <a:pt x="36141" y="25876"/>
                    <a:pt x="34743" y="26819"/>
                  </a:cubicBezTo>
                  <a:cubicBezTo>
                    <a:pt x="34088" y="27256"/>
                    <a:pt x="33291" y="27599"/>
                    <a:pt x="32522" y="27599"/>
                  </a:cubicBezTo>
                  <a:cubicBezTo>
                    <a:pt x="32221" y="27599"/>
                    <a:pt x="31925" y="27546"/>
                    <a:pt x="31643" y="27427"/>
                  </a:cubicBezTo>
                  <a:cubicBezTo>
                    <a:pt x="30245" y="26849"/>
                    <a:pt x="29910" y="25056"/>
                    <a:pt x="29728" y="23536"/>
                  </a:cubicBezTo>
                  <a:lnTo>
                    <a:pt x="28938" y="15025"/>
                  </a:lnTo>
                  <a:cubicBezTo>
                    <a:pt x="28786" y="13505"/>
                    <a:pt x="28634" y="11955"/>
                    <a:pt x="28026" y="10557"/>
                  </a:cubicBezTo>
                  <a:cubicBezTo>
                    <a:pt x="27387" y="9159"/>
                    <a:pt x="26202" y="7943"/>
                    <a:pt x="24713" y="7700"/>
                  </a:cubicBezTo>
                  <a:cubicBezTo>
                    <a:pt x="24551" y="7670"/>
                    <a:pt x="24388" y="7656"/>
                    <a:pt x="24224" y="7656"/>
                  </a:cubicBezTo>
                  <a:cubicBezTo>
                    <a:pt x="22879" y="7656"/>
                    <a:pt x="21535" y="8624"/>
                    <a:pt x="21399" y="9980"/>
                  </a:cubicBezTo>
                  <a:cubicBezTo>
                    <a:pt x="21308" y="10618"/>
                    <a:pt x="21521" y="11226"/>
                    <a:pt x="21551" y="11864"/>
                  </a:cubicBezTo>
                  <a:cubicBezTo>
                    <a:pt x="21551" y="12502"/>
                    <a:pt x="21339" y="13232"/>
                    <a:pt x="20792" y="13475"/>
                  </a:cubicBezTo>
                  <a:cubicBezTo>
                    <a:pt x="20662" y="13529"/>
                    <a:pt x="20528" y="13553"/>
                    <a:pt x="20393" y="13553"/>
                  </a:cubicBezTo>
                  <a:cubicBezTo>
                    <a:pt x="19922" y="13553"/>
                    <a:pt x="19430" y="13265"/>
                    <a:pt x="19029" y="12958"/>
                  </a:cubicBezTo>
                  <a:cubicBezTo>
                    <a:pt x="17326" y="11560"/>
                    <a:pt x="16050" y="9706"/>
                    <a:pt x="14864" y="7852"/>
                  </a:cubicBezTo>
                  <a:cubicBezTo>
                    <a:pt x="13679" y="5967"/>
                    <a:pt x="12493" y="4083"/>
                    <a:pt x="10883" y="2533"/>
                  </a:cubicBezTo>
                  <a:cubicBezTo>
                    <a:pt x="9380" y="1088"/>
                    <a:pt x="7412" y="1"/>
                    <a:pt x="5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602100" y="2850625"/>
              <a:ext cx="918725" cy="1412675"/>
            </a:xfrm>
            <a:custGeom>
              <a:avLst/>
              <a:gdLst/>
              <a:ahLst/>
              <a:cxnLst/>
              <a:rect l="l" t="t" r="r" b="b"/>
              <a:pathLst>
                <a:path w="36749" h="56507" extrusionOk="0">
                  <a:moveTo>
                    <a:pt x="1" y="1"/>
                  </a:moveTo>
                  <a:cubicBezTo>
                    <a:pt x="61" y="31"/>
                    <a:pt x="92" y="92"/>
                    <a:pt x="153" y="123"/>
                  </a:cubicBezTo>
                  <a:lnTo>
                    <a:pt x="669" y="487"/>
                  </a:lnTo>
                  <a:cubicBezTo>
                    <a:pt x="1095" y="791"/>
                    <a:pt x="1733" y="1247"/>
                    <a:pt x="2554" y="1855"/>
                  </a:cubicBezTo>
                  <a:cubicBezTo>
                    <a:pt x="4864" y="3588"/>
                    <a:pt x="7022" y="5472"/>
                    <a:pt x="9028" y="7509"/>
                  </a:cubicBezTo>
                  <a:cubicBezTo>
                    <a:pt x="10274" y="8816"/>
                    <a:pt x="11642" y="10275"/>
                    <a:pt x="13040" y="11886"/>
                  </a:cubicBezTo>
                  <a:cubicBezTo>
                    <a:pt x="14439" y="13497"/>
                    <a:pt x="15928" y="15229"/>
                    <a:pt x="17417" y="17114"/>
                  </a:cubicBezTo>
                  <a:cubicBezTo>
                    <a:pt x="19028" y="19059"/>
                    <a:pt x="20487" y="21095"/>
                    <a:pt x="21855" y="23193"/>
                  </a:cubicBezTo>
                  <a:cubicBezTo>
                    <a:pt x="22554" y="24287"/>
                    <a:pt x="23192" y="25472"/>
                    <a:pt x="23861" y="26658"/>
                  </a:cubicBezTo>
                  <a:cubicBezTo>
                    <a:pt x="24530" y="27813"/>
                    <a:pt x="25199" y="29029"/>
                    <a:pt x="25867" y="30245"/>
                  </a:cubicBezTo>
                  <a:cubicBezTo>
                    <a:pt x="28421" y="34804"/>
                    <a:pt x="30731" y="39485"/>
                    <a:pt x="32767" y="44287"/>
                  </a:cubicBezTo>
                  <a:cubicBezTo>
                    <a:pt x="34408" y="48239"/>
                    <a:pt x="35685" y="52312"/>
                    <a:pt x="36567" y="56506"/>
                  </a:cubicBezTo>
                  <a:lnTo>
                    <a:pt x="36749" y="56446"/>
                  </a:lnTo>
                  <a:cubicBezTo>
                    <a:pt x="35867" y="52251"/>
                    <a:pt x="34621" y="48148"/>
                    <a:pt x="32980" y="44196"/>
                  </a:cubicBezTo>
                  <a:cubicBezTo>
                    <a:pt x="30943" y="39363"/>
                    <a:pt x="28633" y="34652"/>
                    <a:pt x="26050" y="30093"/>
                  </a:cubicBezTo>
                  <a:cubicBezTo>
                    <a:pt x="25381" y="28877"/>
                    <a:pt x="24712" y="27691"/>
                    <a:pt x="24044" y="26506"/>
                  </a:cubicBezTo>
                  <a:cubicBezTo>
                    <a:pt x="23405" y="25320"/>
                    <a:pt x="22737" y="24165"/>
                    <a:pt x="22037" y="23041"/>
                  </a:cubicBezTo>
                  <a:cubicBezTo>
                    <a:pt x="20670" y="20943"/>
                    <a:pt x="19180" y="18877"/>
                    <a:pt x="17600" y="16931"/>
                  </a:cubicBezTo>
                  <a:cubicBezTo>
                    <a:pt x="16080" y="15047"/>
                    <a:pt x="14590" y="13345"/>
                    <a:pt x="13162" y="11734"/>
                  </a:cubicBezTo>
                  <a:cubicBezTo>
                    <a:pt x="11764" y="10123"/>
                    <a:pt x="10396" y="8664"/>
                    <a:pt x="9119" y="7387"/>
                  </a:cubicBezTo>
                  <a:cubicBezTo>
                    <a:pt x="7083" y="5351"/>
                    <a:pt x="4894" y="3466"/>
                    <a:pt x="2584" y="1764"/>
                  </a:cubicBezTo>
                  <a:cubicBezTo>
                    <a:pt x="1763" y="1156"/>
                    <a:pt x="1125" y="730"/>
                    <a:pt x="700" y="426"/>
                  </a:cubicBezTo>
                  <a:cubicBezTo>
                    <a:pt x="487" y="275"/>
                    <a:pt x="304" y="183"/>
                    <a:pt x="183" y="92"/>
                  </a:cubicBezTo>
                  <a:cubicBezTo>
                    <a:pt x="122" y="62"/>
                    <a:pt x="61" y="3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1149225" y="3003375"/>
              <a:ext cx="14450" cy="423275"/>
            </a:xfrm>
            <a:custGeom>
              <a:avLst/>
              <a:gdLst/>
              <a:ahLst/>
              <a:cxnLst/>
              <a:rect l="l" t="t" r="r" b="b"/>
              <a:pathLst>
                <a:path w="578" h="16931" extrusionOk="0">
                  <a:moveTo>
                    <a:pt x="548" y="0"/>
                  </a:moveTo>
                  <a:cubicBezTo>
                    <a:pt x="487" y="213"/>
                    <a:pt x="426" y="426"/>
                    <a:pt x="426" y="669"/>
                  </a:cubicBezTo>
                  <a:cubicBezTo>
                    <a:pt x="365" y="1095"/>
                    <a:pt x="274" y="1703"/>
                    <a:pt x="213" y="2462"/>
                  </a:cubicBezTo>
                  <a:cubicBezTo>
                    <a:pt x="92" y="3982"/>
                    <a:pt x="31" y="6140"/>
                    <a:pt x="31" y="8481"/>
                  </a:cubicBezTo>
                  <a:lnTo>
                    <a:pt x="31" y="14469"/>
                  </a:lnTo>
                  <a:lnTo>
                    <a:pt x="31" y="16262"/>
                  </a:lnTo>
                  <a:cubicBezTo>
                    <a:pt x="0" y="16505"/>
                    <a:pt x="31" y="16718"/>
                    <a:pt x="61" y="16931"/>
                  </a:cubicBezTo>
                  <a:cubicBezTo>
                    <a:pt x="122" y="16718"/>
                    <a:pt x="152" y="16505"/>
                    <a:pt x="152" y="16262"/>
                  </a:cubicBezTo>
                  <a:cubicBezTo>
                    <a:pt x="183" y="15837"/>
                    <a:pt x="213" y="15229"/>
                    <a:pt x="244" y="14469"/>
                  </a:cubicBezTo>
                  <a:cubicBezTo>
                    <a:pt x="304" y="12949"/>
                    <a:pt x="304" y="10821"/>
                    <a:pt x="304" y="8481"/>
                  </a:cubicBezTo>
                  <a:cubicBezTo>
                    <a:pt x="304" y="6140"/>
                    <a:pt x="365" y="4013"/>
                    <a:pt x="426" y="2493"/>
                  </a:cubicBezTo>
                  <a:cubicBezTo>
                    <a:pt x="487" y="1733"/>
                    <a:pt x="517" y="1095"/>
                    <a:pt x="548" y="669"/>
                  </a:cubicBezTo>
                  <a:cubicBezTo>
                    <a:pt x="578" y="456"/>
                    <a:pt x="578" y="244"/>
                    <a:pt x="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653775" y="3380850"/>
              <a:ext cx="496225" cy="45800"/>
            </a:xfrm>
            <a:custGeom>
              <a:avLst/>
              <a:gdLst/>
              <a:ahLst/>
              <a:cxnLst/>
              <a:rect l="l" t="t" r="r" b="b"/>
              <a:pathLst>
                <a:path w="19849" h="1832" extrusionOk="0">
                  <a:moveTo>
                    <a:pt x="4014" y="1"/>
                  </a:moveTo>
                  <a:cubicBezTo>
                    <a:pt x="3639" y="1"/>
                    <a:pt x="3263" y="3"/>
                    <a:pt x="2888" y="8"/>
                  </a:cubicBezTo>
                  <a:cubicBezTo>
                    <a:pt x="1976" y="8"/>
                    <a:pt x="1247" y="69"/>
                    <a:pt x="760" y="99"/>
                  </a:cubicBezTo>
                  <a:cubicBezTo>
                    <a:pt x="487" y="130"/>
                    <a:pt x="244" y="160"/>
                    <a:pt x="0" y="190"/>
                  </a:cubicBezTo>
                  <a:cubicBezTo>
                    <a:pt x="122" y="206"/>
                    <a:pt x="251" y="213"/>
                    <a:pt x="384" y="213"/>
                  </a:cubicBezTo>
                  <a:cubicBezTo>
                    <a:pt x="517" y="213"/>
                    <a:pt x="654" y="206"/>
                    <a:pt x="791" y="190"/>
                  </a:cubicBezTo>
                  <a:lnTo>
                    <a:pt x="2918" y="190"/>
                  </a:lnTo>
                  <a:cubicBezTo>
                    <a:pt x="4712" y="190"/>
                    <a:pt x="7235" y="312"/>
                    <a:pt x="9970" y="555"/>
                  </a:cubicBezTo>
                  <a:cubicBezTo>
                    <a:pt x="12736" y="768"/>
                    <a:pt x="15198" y="1102"/>
                    <a:pt x="16992" y="1376"/>
                  </a:cubicBezTo>
                  <a:cubicBezTo>
                    <a:pt x="17873" y="1528"/>
                    <a:pt x="18603" y="1649"/>
                    <a:pt x="19089" y="1741"/>
                  </a:cubicBezTo>
                  <a:cubicBezTo>
                    <a:pt x="19363" y="1771"/>
                    <a:pt x="19606" y="1832"/>
                    <a:pt x="19849" y="1832"/>
                  </a:cubicBezTo>
                  <a:cubicBezTo>
                    <a:pt x="19606" y="1741"/>
                    <a:pt x="19363" y="1649"/>
                    <a:pt x="19089" y="1619"/>
                  </a:cubicBezTo>
                  <a:cubicBezTo>
                    <a:pt x="18603" y="1497"/>
                    <a:pt x="17904" y="1345"/>
                    <a:pt x="16992" y="1193"/>
                  </a:cubicBezTo>
                  <a:cubicBezTo>
                    <a:pt x="15198" y="859"/>
                    <a:pt x="12736" y="494"/>
                    <a:pt x="9970" y="251"/>
                  </a:cubicBezTo>
                  <a:cubicBezTo>
                    <a:pt x="8000" y="72"/>
                    <a:pt x="6009" y="1"/>
                    <a:pt x="4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1418975" y="3298200"/>
              <a:ext cx="181650" cy="648975"/>
            </a:xfrm>
            <a:custGeom>
              <a:avLst/>
              <a:gdLst/>
              <a:ahLst/>
              <a:cxnLst/>
              <a:rect l="l" t="t" r="r" b="b"/>
              <a:pathLst>
                <a:path w="7266" h="25959" extrusionOk="0">
                  <a:moveTo>
                    <a:pt x="7265" y="1"/>
                  </a:moveTo>
                  <a:cubicBezTo>
                    <a:pt x="7235" y="92"/>
                    <a:pt x="7174" y="183"/>
                    <a:pt x="7174" y="275"/>
                  </a:cubicBezTo>
                  <a:cubicBezTo>
                    <a:pt x="7083" y="457"/>
                    <a:pt x="6992" y="730"/>
                    <a:pt x="6901" y="1004"/>
                  </a:cubicBezTo>
                  <a:cubicBezTo>
                    <a:pt x="6688" y="1642"/>
                    <a:pt x="6384" y="2585"/>
                    <a:pt x="6019" y="3770"/>
                  </a:cubicBezTo>
                  <a:cubicBezTo>
                    <a:pt x="5320" y="6080"/>
                    <a:pt x="4439" y="9332"/>
                    <a:pt x="3496" y="12949"/>
                  </a:cubicBezTo>
                  <a:cubicBezTo>
                    <a:pt x="2585" y="16567"/>
                    <a:pt x="1733" y="19819"/>
                    <a:pt x="1065" y="22159"/>
                  </a:cubicBezTo>
                  <a:cubicBezTo>
                    <a:pt x="761" y="23314"/>
                    <a:pt x="487" y="24226"/>
                    <a:pt x="274" y="24925"/>
                  </a:cubicBezTo>
                  <a:lnTo>
                    <a:pt x="62" y="25685"/>
                  </a:lnTo>
                  <a:cubicBezTo>
                    <a:pt x="31" y="25776"/>
                    <a:pt x="31" y="25868"/>
                    <a:pt x="1" y="25959"/>
                  </a:cubicBezTo>
                  <a:cubicBezTo>
                    <a:pt x="62" y="25868"/>
                    <a:pt x="92" y="25807"/>
                    <a:pt x="123" y="25716"/>
                  </a:cubicBezTo>
                  <a:cubicBezTo>
                    <a:pt x="183" y="25503"/>
                    <a:pt x="274" y="25260"/>
                    <a:pt x="396" y="24956"/>
                  </a:cubicBezTo>
                  <a:cubicBezTo>
                    <a:pt x="609" y="24317"/>
                    <a:pt x="913" y="23375"/>
                    <a:pt x="1247" y="22220"/>
                  </a:cubicBezTo>
                  <a:cubicBezTo>
                    <a:pt x="1977" y="19880"/>
                    <a:pt x="2858" y="16627"/>
                    <a:pt x="3770" y="13041"/>
                  </a:cubicBezTo>
                  <a:cubicBezTo>
                    <a:pt x="4682" y="9424"/>
                    <a:pt x="5533" y="6171"/>
                    <a:pt x="6202" y="3831"/>
                  </a:cubicBezTo>
                  <a:cubicBezTo>
                    <a:pt x="6536" y="2676"/>
                    <a:pt x="6810" y="1733"/>
                    <a:pt x="6992" y="1034"/>
                  </a:cubicBezTo>
                  <a:cubicBezTo>
                    <a:pt x="7083" y="730"/>
                    <a:pt x="7144" y="487"/>
                    <a:pt x="7205" y="275"/>
                  </a:cubicBezTo>
                  <a:cubicBezTo>
                    <a:pt x="7235" y="214"/>
                    <a:pt x="7265" y="123"/>
                    <a:pt x="72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749525" y="3805050"/>
              <a:ext cx="669475" cy="141700"/>
            </a:xfrm>
            <a:custGeom>
              <a:avLst/>
              <a:gdLst/>
              <a:ahLst/>
              <a:cxnLst/>
              <a:rect l="l" t="t" r="r" b="b"/>
              <a:pathLst>
                <a:path w="26779" h="5668" extrusionOk="0">
                  <a:moveTo>
                    <a:pt x="0" y="1"/>
                  </a:moveTo>
                  <a:cubicBezTo>
                    <a:pt x="91" y="31"/>
                    <a:pt x="152" y="62"/>
                    <a:pt x="274" y="62"/>
                  </a:cubicBezTo>
                  <a:lnTo>
                    <a:pt x="1034" y="244"/>
                  </a:lnTo>
                  <a:lnTo>
                    <a:pt x="3921" y="852"/>
                  </a:lnTo>
                  <a:cubicBezTo>
                    <a:pt x="6323" y="1369"/>
                    <a:pt x="9666" y="2128"/>
                    <a:pt x="13374" y="2980"/>
                  </a:cubicBezTo>
                  <a:cubicBezTo>
                    <a:pt x="17052" y="3800"/>
                    <a:pt x="20396" y="4530"/>
                    <a:pt x="22827" y="4986"/>
                  </a:cubicBezTo>
                  <a:cubicBezTo>
                    <a:pt x="24043" y="5229"/>
                    <a:pt x="25046" y="5411"/>
                    <a:pt x="25715" y="5533"/>
                  </a:cubicBezTo>
                  <a:lnTo>
                    <a:pt x="26505" y="5654"/>
                  </a:lnTo>
                  <a:cubicBezTo>
                    <a:pt x="26566" y="5654"/>
                    <a:pt x="26627" y="5668"/>
                    <a:pt x="26688" y="5668"/>
                  </a:cubicBezTo>
                  <a:cubicBezTo>
                    <a:pt x="26718" y="5668"/>
                    <a:pt x="26749" y="5664"/>
                    <a:pt x="26779" y="5654"/>
                  </a:cubicBezTo>
                  <a:cubicBezTo>
                    <a:pt x="26718" y="5624"/>
                    <a:pt x="26627" y="5594"/>
                    <a:pt x="26536" y="5594"/>
                  </a:cubicBezTo>
                  <a:lnTo>
                    <a:pt x="25776" y="5411"/>
                  </a:lnTo>
                  <a:lnTo>
                    <a:pt x="22858" y="4803"/>
                  </a:lnTo>
                  <a:cubicBezTo>
                    <a:pt x="20426" y="4287"/>
                    <a:pt x="17083" y="3527"/>
                    <a:pt x="13405" y="2706"/>
                  </a:cubicBezTo>
                  <a:cubicBezTo>
                    <a:pt x="9727" y="1855"/>
                    <a:pt x="6383" y="1125"/>
                    <a:pt x="3952" y="669"/>
                  </a:cubicBezTo>
                  <a:cubicBezTo>
                    <a:pt x="2736" y="426"/>
                    <a:pt x="1733" y="244"/>
                    <a:pt x="1064" y="153"/>
                  </a:cubicBezTo>
                  <a:lnTo>
                    <a:pt x="274" y="31"/>
                  </a:lnTo>
                  <a:cubicBezTo>
                    <a:pt x="183" y="1"/>
                    <a:pt x="91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5594600" y="2244725"/>
              <a:ext cx="303975" cy="291350"/>
            </a:xfrm>
            <a:custGeom>
              <a:avLst/>
              <a:gdLst/>
              <a:ahLst/>
              <a:cxnLst/>
              <a:rect l="l" t="t" r="r" b="b"/>
              <a:pathLst>
                <a:path w="12159" h="11654" extrusionOk="0">
                  <a:moveTo>
                    <a:pt x="5841" y="1"/>
                  </a:moveTo>
                  <a:cubicBezTo>
                    <a:pt x="3551" y="1"/>
                    <a:pt x="1459" y="1350"/>
                    <a:pt x="547" y="3477"/>
                  </a:cubicBezTo>
                  <a:cubicBezTo>
                    <a:pt x="304" y="4024"/>
                    <a:pt x="122" y="4601"/>
                    <a:pt x="92" y="5179"/>
                  </a:cubicBezTo>
                  <a:cubicBezTo>
                    <a:pt x="0" y="5726"/>
                    <a:pt x="31" y="6304"/>
                    <a:pt x="122" y="6851"/>
                  </a:cubicBezTo>
                  <a:cubicBezTo>
                    <a:pt x="304" y="7884"/>
                    <a:pt x="760" y="8857"/>
                    <a:pt x="1459" y="9647"/>
                  </a:cubicBezTo>
                  <a:cubicBezTo>
                    <a:pt x="2523" y="10893"/>
                    <a:pt x="4134" y="11653"/>
                    <a:pt x="5806" y="11653"/>
                  </a:cubicBezTo>
                  <a:cubicBezTo>
                    <a:pt x="6353" y="11653"/>
                    <a:pt x="6900" y="11592"/>
                    <a:pt x="7447" y="11410"/>
                  </a:cubicBezTo>
                  <a:cubicBezTo>
                    <a:pt x="7630" y="11380"/>
                    <a:pt x="7842" y="11288"/>
                    <a:pt x="8025" y="11228"/>
                  </a:cubicBezTo>
                  <a:cubicBezTo>
                    <a:pt x="8146" y="11167"/>
                    <a:pt x="8298" y="11106"/>
                    <a:pt x="8420" y="11015"/>
                  </a:cubicBezTo>
                  <a:lnTo>
                    <a:pt x="8663" y="10893"/>
                  </a:lnTo>
                  <a:cubicBezTo>
                    <a:pt x="8724" y="10863"/>
                    <a:pt x="8754" y="10833"/>
                    <a:pt x="8754" y="10832"/>
                  </a:cubicBezTo>
                  <a:lnTo>
                    <a:pt x="8754" y="10832"/>
                  </a:lnTo>
                  <a:cubicBezTo>
                    <a:pt x="8329" y="11045"/>
                    <a:pt x="7873" y="11228"/>
                    <a:pt x="7417" y="11349"/>
                  </a:cubicBezTo>
                  <a:cubicBezTo>
                    <a:pt x="6986" y="11476"/>
                    <a:pt x="6535" y="11539"/>
                    <a:pt x="6079" y="11539"/>
                  </a:cubicBezTo>
                  <a:cubicBezTo>
                    <a:pt x="5988" y="11539"/>
                    <a:pt x="5897" y="11537"/>
                    <a:pt x="5806" y="11532"/>
                  </a:cubicBezTo>
                  <a:cubicBezTo>
                    <a:pt x="4165" y="11501"/>
                    <a:pt x="2614" y="10772"/>
                    <a:pt x="1581" y="9525"/>
                  </a:cubicBezTo>
                  <a:cubicBezTo>
                    <a:pt x="912" y="8766"/>
                    <a:pt x="487" y="7823"/>
                    <a:pt x="304" y="6820"/>
                  </a:cubicBezTo>
                  <a:cubicBezTo>
                    <a:pt x="122" y="5726"/>
                    <a:pt x="243" y="4601"/>
                    <a:pt x="699" y="3568"/>
                  </a:cubicBezTo>
                  <a:cubicBezTo>
                    <a:pt x="1616" y="1485"/>
                    <a:pt x="3648" y="189"/>
                    <a:pt x="5870" y="189"/>
                  </a:cubicBezTo>
                  <a:cubicBezTo>
                    <a:pt x="6080" y="189"/>
                    <a:pt x="6292" y="201"/>
                    <a:pt x="6505" y="224"/>
                  </a:cubicBezTo>
                  <a:cubicBezTo>
                    <a:pt x="7083" y="285"/>
                    <a:pt x="7630" y="437"/>
                    <a:pt x="8146" y="680"/>
                  </a:cubicBezTo>
                  <a:cubicBezTo>
                    <a:pt x="8663" y="893"/>
                    <a:pt x="9119" y="1167"/>
                    <a:pt x="9545" y="1531"/>
                  </a:cubicBezTo>
                  <a:cubicBezTo>
                    <a:pt x="11611" y="3294"/>
                    <a:pt x="12159" y="6273"/>
                    <a:pt x="10821" y="8644"/>
                  </a:cubicBezTo>
                  <a:cubicBezTo>
                    <a:pt x="10578" y="9130"/>
                    <a:pt x="10244" y="9586"/>
                    <a:pt x="9849" y="9951"/>
                  </a:cubicBezTo>
                  <a:cubicBezTo>
                    <a:pt x="9484" y="10285"/>
                    <a:pt x="9119" y="10559"/>
                    <a:pt x="8724" y="10832"/>
                  </a:cubicBezTo>
                  <a:cubicBezTo>
                    <a:pt x="8724" y="10832"/>
                    <a:pt x="8785" y="10832"/>
                    <a:pt x="8815" y="10772"/>
                  </a:cubicBezTo>
                  <a:lnTo>
                    <a:pt x="9058" y="10650"/>
                  </a:lnTo>
                  <a:cubicBezTo>
                    <a:pt x="9180" y="10559"/>
                    <a:pt x="9301" y="10498"/>
                    <a:pt x="9423" y="10407"/>
                  </a:cubicBezTo>
                  <a:cubicBezTo>
                    <a:pt x="9605" y="10285"/>
                    <a:pt x="9757" y="10164"/>
                    <a:pt x="9909" y="10012"/>
                  </a:cubicBezTo>
                  <a:cubicBezTo>
                    <a:pt x="10304" y="9647"/>
                    <a:pt x="10669" y="9191"/>
                    <a:pt x="10943" y="8705"/>
                  </a:cubicBezTo>
                  <a:cubicBezTo>
                    <a:pt x="11763" y="7246"/>
                    <a:pt x="11915" y="5513"/>
                    <a:pt x="11399" y="3933"/>
                  </a:cubicBezTo>
                  <a:cubicBezTo>
                    <a:pt x="11034" y="2960"/>
                    <a:pt x="10456" y="2079"/>
                    <a:pt x="9636" y="1379"/>
                  </a:cubicBezTo>
                  <a:cubicBezTo>
                    <a:pt x="8754" y="650"/>
                    <a:pt x="7690" y="164"/>
                    <a:pt x="6535" y="42"/>
                  </a:cubicBezTo>
                  <a:cubicBezTo>
                    <a:pt x="6303" y="14"/>
                    <a:pt x="6071" y="1"/>
                    <a:pt x="584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5422100" y="2058075"/>
              <a:ext cx="649725" cy="664175"/>
            </a:xfrm>
            <a:custGeom>
              <a:avLst/>
              <a:gdLst/>
              <a:ahLst/>
              <a:cxnLst/>
              <a:rect l="l" t="t" r="r" b="b"/>
              <a:pathLst>
                <a:path w="25989" h="26567" extrusionOk="0">
                  <a:moveTo>
                    <a:pt x="13375" y="0"/>
                  </a:moveTo>
                  <a:lnTo>
                    <a:pt x="10426" y="304"/>
                  </a:lnTo>
                  <a:lnTo>
                    <a:pt x="10365" y="304"/>
                  </a:lnTo>
                  <a:lnTo>
                    <a:pt x="10365" y="365"/>
                  </a:lnTo>
                  <a:cubicBezTo>
                    <a:pt x="10306" y="1161"/>
                    <a:pt x="10276" y="1956"/>
                    <a:pt x="10219" y="2779"/>
                  </a:cubicBezTo>
                  <a:lnTo>
                    <a:pt x="10219" y="2779"/>
                  </a:lnTo>
                  <a:lnTo>
                    <a:pt x="8121" y="3873"/>
                  </a:lnTo>
                  <a:lnTo>
                    <a:pt x="8121" y="3873"/>
                  </a:lnTo>
                  <a:lnTo>
                    <a:pt x="5867" y="2250"/>
                  </a:lnTo>
                  <a:lnTo>
                    <a:pt x="5806" y="2219"/>
                  </a:lnTo>
                  <a:lnTo>
                    <a:pt x="5745" y="2250"/>
                  </a:lnTo>
                  <a:lnTo>
                    <a:pt x="3405" y="3952"/>
                  </a:lnTo>
                  <a:lnTo>
                    <a:pt x="3344" y="3982"/>
                  </a:lnTo>
                  <a:lnTo>
                    <a:pt x="3374" y="4073"/>
                  </a:lnTo>
                  <a:cubicBezTo>
                    <a:pt x="3761" y="4907"/>
                    <a:pt x="4178" y="5770"/>
                    <a:pt x="4566" y="6633"/>
                  </a:cubicBezTo>
                  <a:lnTo>
                    <a:pt x="4566" y="6633"/>
                  </a:lnTo>
                  <a:lnTo>
                    <a:pt x="3234" y="8630"/>
                  </a:lnTo>
                  <a:lnTo>
                    <a:pt x="3234" y="8630"/>
                  </a:lnTo>
                  <a:lnTo>
                    <a:pt x="760" y="8511"/>
                  </a:lnTo>
                  <a:lnTo>
                    <a:pt x="669" y="8511"/>
                  </a:lnTo>
                  <a:lnTo>
                    <a:pt x="669" y="8602"/>
                  </a:lnTo>
                  <a:cubicBezTo>
                    <a:pt x="456" y="9636"/>
                    <a:pt x="244" y="10669"/>
                    <a:pt x="0" y="11703"/>
                  </a:cubicBezTo>
                  <a:lnTo>
                    <a:pt x="0" y="11794"/>
                  </a:lnTo>
                  <a:lnTo>
                    <a:pt x="92" y="11824"/>
                  </a:lnTo>
                  <a:lnTo>
                    <a:pt x="2468" y="12715"/>
                  </a:lnTo>
                  <a:lnTo>
                    <a:pt x="2468" y="12715"/>
                  </a:lnTo>
                  <a:cubicBezTo>
                    <a:pt x="2527" y="13522"/>
                    <a:pt x="2611" y="14355"/>
                    <a:pt x="2670" y="15188"/>
                  </a:cubicBezTo>
                  <a:lnTo>
                    <a:pt x="2670" y="15188"/>
                  </a:lnTo>
                  <a:cubicBezTo>
                    <a:pt x="1891" y="15638"/>
                    <a:pt x="1083" y="16117"/>
                    <a:pt x="274" y="16566"/>
                  </a:cubicBezTo>
                  <a:lnTo>
                    <a:pt x="244" y="16596"/>
                  </a:lnTo>
                  <a:lnTo>
                    <a:pt x="152" y="16657"/>
                  </a:lnTo>
                  <a:lnTo>
                    <a:pt x="183" y="16718"/>
                  </a:lnTo>
                  <a:cubicBezTo>
                    <a:pt x="578" y="17660"/>
                    <a:pt x="1004" y="18572"/>
                    <a:pt x="1368" y="19423"/>
                  </a:cubicBezTo>
                  <a:lnTo>
                    <a:pt x="1399" y="19514"/>
                  </a:lnTo>
                  <a:lnTo>
                    <a:pt x="1490" y="19514"/>
                  </a:lnTo>
                  <a:lnTo>
                    <a:pt x="4017" y="19098"/>
                  </a:lnTo>
                  <a:lnTo>
                    <a:pt x="5660" y="21006"/>
                  </a:lnTo>
                  <a:lnTo>
                    <a:pt x="5660" y="21006"/>
                  </a:lnTo>
                  <a:cubicBezTo>
                    <a:pt x="5335" y="21836"/>
                    <a:pt x="5039" y="22664"/>
                    <a:pt x="4773" y="23405"/>
                  </a:cubicBezTo>
                  <a:lnTo>
                    <a:pt x="4742" y="23466"/>
                  </a:lnTo>
                  <a:lnTo>
                    <a:pt x="4803" y="23527"/>
                  </a:lnTo>
                  <a:lnTo>
                    <a:pt x="7174" y="25198"/>
                  </a:lnTo>
                  <a:lnTo>
                    <a:pt x="7235" y="25229"/>
                  </a:lnTo>
                  <a:lnTo>
                    <a:pt x="7295" y="25168"/>
                  </a:lnTo>
                  <a:lnTo>
                    <a:pt x="9109" y="23206"/>
                  </a:lnTo>
                  <a:lnTo>
                    <a:pt x="9109" y="23206"/>
                  </a:lnTo>
                  <a:lnTo>
                    <a:pt x="11565" y="23879"/>
                  </a:lnTo>
                  <a:lnTo>
                    <a:pt x="11565" y="23879"/>
                  </a:lnTo>
                  <a:lnTo>
                    <a:pt x="12341" y="26475"/>
                  </a:lnTo>
                  <a:lnTo>
                    <a:pt x="12372" y="26566"/>
                  </a:lnTo>
                  <a:lnTo>
                    <a:pt x="12432" y="26566"/>
                  </a:lnTo>
                  <a:lnTo>
                    <a:pt x="15290" y="26353"/>
                  </a:lnTo>
                  <a:lnTo>
                    <a:pt x="15320" y="26353"/>
                  </a:lnTo>
                  <a:lnTo>
                    <a:pt x="15320" y="26293"/>
                  </a:lnTo>
                  <a:cubicBezTo>
                    <a:pt x="15470" y="25483"/>
                    <a:pt x="15590" y="24673"/>
                    <a:pt x="15710" y="23951"/>
                  </a:cubicBezTo>
                  <a:lnTo>
                    <a:pt x="15710" y="23951"/>
                  </a:lnTo>
                  <a:lnTo>
                    <a:pt x="18063" y="22615"/>
                  </a:lnTo>
                  <a:lnTo>
                    <a:pt x="18063" y="22615"/>
                  </a:lnTo>
                  <a:lnTo>
                    <a:pt x="20001" y="24165"/>
                  </a:lnTo>
                  <a:lnTo>
                    <a:pt x="20062" y="24195"/>
                  </a:lnTo>
                  <a:lnTo>
                    <a:pt x="20122" y="24165"/>
                  </a:lnTo>
                  <a:lnTo>
                    <a:pt x="22645" y="22280"/>
                  </a:lnTo>
                  <a:lnTo>
                    <a:pt x="22676" y="22220"/>
                  </a:lnTo>
                  <a:lnTo>
                    <a:pt x="22645" y="22159"/>
                  </a:lnTo>
                  <a:cubicBezTo>
                    <a:pt x="22199" y="21416"/>
                    <a:pt x="21783" y="20672"/>
                    <a:pt x="21395" y="19986"/>
                  </a:cubicBezTo>
                  <a:lnTo>
                    <a:pt x="21395" y="19986"/>
                  </a:lnTo>
                  <a:lnTo>
                    <a:pt x="22656" y="17815"/>
                  </a:lnTo>
                  <a:lnTo>
                    <a:pt x="22656" y="17815"/>
                  </a:lnTo>
                  <a:lnTo>
                    <a:pt x="25168" y="17995"/>
                  </a:lnTo>
                  <a:lnTo>
                    <a:pt x="25229" y="17995"/>
                  </a:lnTo>
                  <a:lnTo>
                    <a:pt x="25229" y="17964"/>
                  </a:lnTo>
                  <a:cubicBezTo>
                    <a:pt x="25472" y="16900"/>
                    <a:pt x="25746" y="15928"/>
                    <a:pt x="25989" y="15046"/>
                  </a:cubicBezTo>
                  <a:lnTo>
                    <a:pt x="25989" y="15016"/>
                  </a:lnTo>
                  <a:lnTo>
                    <a:pt x="25928" y="15016"/>
                  </a:lnTo>
                  <a:lnTo>
                    <a:pt x="23768" y="13846"/>
                  </a:lnTo>
                  <a:lnTo>
                    <a:pt x="23768" y="13846"/>
                  </a:lnTo>
                  <a:cubicBezTo>
                    <a:pt x="23649" y="12803"/>
                    <a:pt x="23530" y="11935"/>
                    <a:pt x="23468" y="11215"/>
                  </a:cubicBezTo>
                  <a:lnTo>
                    <a:pt x="23468" y="11215"/>
                  </a:lnTo>
                  <a:lnTo>
                    <a:pt x="25047" y="10152"/>
                  </a:lnTo>
                  <a:lnTo>
                    <a:pt x="25411" y="9849"/>
                  </a:lnTo>
                  <a:lnTo>
                    <a:pt x="25016" y="10122"/>
                  </a:lnTo>
                  <a:lnTo>
                    <a:pt x="23436" y="11186"/>
                  </a:lnTo>
                  <a:lnTo>
                    <a:pt x="23709" y="13861"/>
                  </a:lnTo>
                  <a:lnTo>
                    <a:pt x="25857" y="15054"/>
                  </a:lnTo>
                  <a:lnTo>
                    <a:pt x="25857" y="15054"/>
                  </a:lnTo>
                  <a:cubicBezTo>
                    <a:pt x="25619" y="15915"/>
                    <a:pt x="25353" y="16863"/>
                    <a:pt x="25086" y="17869"/>
                  </a:cubicBezTo>
                  <a:lnTo>
                    <a:pt x="25086" y="17869"/>
                  </a:lnTo>
                  <a:lnTo>
                    <a:pt x="22584" y="17691"/>
                  </a:lnTo>
                  <a:lnTo>
                    <a:pt x="22524" y="17691"/>
                  </a:lnTo>
                  <a:lnTo>
                    <a:pt x="22524" y="17721"/>
                  </a:lnTo>
                  <a:lnTo>
                    <a:pt x="21277" y="19940"/>
                  </a:lnTo>
                  <a:lnTo>
                    <a:pt x="21247" y="19970"/>
                  </a:lnTo>
                  <a:lnTo>
                    <a:pt x="21277" y="20001"/>
                  </a:lnTo>
                  <a:cubicBezTo>
                    <a:pt x="21662" y="20680"/>
                    <a:pt x="22075" y="21418"/>
                    <a:pt x="22516" y="22157"/>
                  </a:cubicBezTo>
                  <a:lnTo>
                    <a:pt x="22516" y="22157"/>
                  </a:lnTo>
                  <a:lnTo>
                    <a:pt x="20078" y="23978"/>
                  </a:lnTo>
                  <a:lnTo>
                    <a:pt x="20078" y="23978"/>
                  </a:lnTo>
                  <a:lnTo>
                    <a:pt x="18116" y="22432"/>
                  </a:lnTo>
                  <a:lnTo>
                    <a:pt x="18086" y="22372"/>
                  </a:lnTo>
                  <a:lnTo>
                    <a:pt x="18025" y="22402"/>
                  </a:lnTo>
                  <a:lnTo>
                    <a:pt x="15593" y="23800"/>
                  </a:lnTo>
                  <a:lnTo>
                    <a:pt x="15563" y="23830"/>
                  </a:lnTo>
                  <a:lnTo>
                    <a:pt x="15563" y="23861"/>
                  </a:lnTo>
                  <a:cubicBezTo>
                    <a:pt x="15416" y="24595"/>
                    <a:pt x="15298" y="25358"/>
                    <a:pt x="15180" y="26176"/>
                  </a:cubicBezTo>
                  <a:lnTo>
                    <a:pt x="15180" y="26176"/>
                  </a:lnTo>
                  <a:lnTo>
                    <a:pt x="12474" y="26349"/>
                  </a:lnTo>
                  <a:lnTo>
                    <a:pt x="12474" y="26349"/>
                  </a:lnTo>
                  <a:cubicBezTo>
                    <a:pt x="12235" y="25545"/>
                    <a:pt x="11969" y="24657"/>
                    <a:pt x="11703" y="23770"/>
                  </a:cubicBezTo>
                  <a:lnTo>
                    <a:pt x="11703" y="23709"/>
                  </a:lnTo>
                  <a:lnTo>
                    <a:pt x="11642" y="23709"/>
                  </a:lnTo>
                  <a:lnTo>
                    <a:pt x="9089" y="23010"/>
                  </a:lnTo>
                  <a:lnTo>
                    <a:pt x="9028" y="23010"/>
                  </a:lnTo>
                  <a:lnTo>
                    <a:pt x="8998" y="23071"/>
                  </a:lnTo>
                  <a:lnTo>
                    <a:pt x="7192" y="24994"/>
                  </a:lnTo>
                  <a:lnTo>
                    <a:pt x="4984" y="23417"/>
                  </a:lnTo>
                  <a:lnTo>
                    <a:pt x="4984" y="23417"/>
                  </a:lnTo>
                  <a:cubicBezTo>
                    <a:pt x="5250" y="22677"/>
                    <a:pt x="5543" y="21856"/>
                    <a:pt x="5836" y="21034"/>
                  </a:cubicBezTo>
                  <a:lnTo>
                    <a:pt x="5836" y="20973"/>
                  </a:lnTo>
                  <a:lnTo>
                    <a:pt x="5806" y="20943"/>
                  </a:lnTo>
                  <a:cubicBezTo>
                    <a:pt x="5259" y="20335"/>
                    <a:pt x="4681" y="19636"/>
                    <a:pt x="4104" y="18967"/>
                  </a:cubicBezTo>
                  <a:lnTo>
                    <a:pt x="4043" y="18937"/>
                  </a:lnTo>
                  <a:lnTo>
                    <a:pt x="4013" y="18937"/>
                  </a:lnTo>
                  <a:lnTo>
                    <a:pt x="1490" y="19323"/>
                  </a:lnTo>
                  <a:lnTo>
                    <a:pt x="367" y="16761"/>
                  </a:lnTo>
                  <a:lnTo>
                    <a:pt x="2797" y="15381"/>
                  </a:lnTo>
                  <a:lnTo>
                    <a:pt x="2858" y="15350"/>
                  </a:lnTo>
                  <a:lnTo>
                    <a:pt x="2858" y="15289"/>
                  </a:lnTo>
                  <a:cubicBezTo>
                    <a:pt x="2766" y="14408"/>
                    <a:pt x="2706" y="13526"/>
                    <a:pt x="2645" y="12645"/>
                  </a:cubicBezTo>
                  <a:lnTo>
                    <a:pt x="2645" y="12584"/>
                  </a:lnTo>
                  <a:lnTo>
                    <a:pt x="2584" y="12584"/>
                  </a:lnTo>
                  <a:lnTo>
                    <a:pt x="262" y="11673"/>
                  </a:lnTo>
                  <a:lnTo>
                    <a:pt x="262" y="11673"/>
                  </a:lnTo>
                  <a:cubicBezTo>
                    <a:pt x="462" y="10673"/>
                    <a:pt x="662" y="9700"/>
                    <a:pt x="862" y="8727"/>
                  </a:cubicBezTo>
                  <a:lnTo>
                    <a:pt x="862" y="8727"/>
                  </a:lnTo>
                  <a:lnTo>
                    <a:pt x="3314" y="8845"/>
                  </a:lnTo>
                  <a:lnTo>
                    <a:pt x="3374" y="8845"/>
                  </a:lnTo>
                  <a:lnTo>
                    <a:pt x="3405" y="8815"/>
                  </a:lnTo>
                  <a:lnTo>
                    <a:pt x="4803" y="6718"/>
                  </a:lnTo>
                  <a:lnTo>
                    <a:pt x="4833" y="6657"/>
                  </a:lnTo>
                  <a:lnTo>
                    <a:pt x="4803" y="6627"/>
                  </a:lnTo>
                  <a:lnTo>
                    <a:pt x="3621" y="4057"/>
                  </a:lnTo>
                  <a:lnTo>
                    <a:pt x="5852" y="2435"/>
                  </a:lnTo>
                  <a:lnTo>
                    <a:pt x="8116" y="4073"/>
                  </a:lnTo>
                  <a:lnTo>
                    <a:pt x="8177" y="4104"/>
                  </a:lnTo>
                  <a:lnTo>
                    <a:pt x="8207" y="4073"/>
                  </a:lnTo>
                  <a:lnTo>
                    <a:pt x="10396" y="2949"/>
                  </a:lnTo>
                  <a:lnTo>
                    <a:pt x="10426" y="2949"/>
                  </a:lnTo>
                  <a:lnTo>
                    <a:pt x="10426" y="2888"/>
                  </a:lnTo>
                  <a:cubicBezTo>
                    <a:pt x="10486" y="2055"/>
                    <a:pt x="10545" y="1252"/>
                    <a:pt x="10605" y="478"/>
                  </a:cubicBezTo>
                  <a:lnTo>
                    <a:pt x="10605" y="478"/>
                  </a:lnTo>
                  <a:lnTo>
                    <a:pt x="13396" y="187"/>
                  </a:lnTo>
                  <a:lnTo>
                    <a:pt x="13396" y="187"/>
                  </a:lnTo>
                  <a:cubicBezTo>
                    <a:pt x="13722" y="1164"/>
                    <a:pt x="14020" y="2057"/>
                    <a:pt x="14347" y="2949"/>
                  </a:cubicBezTo>
                  <a:lnTo>
                    <a:pt x="14347" y="3010"/>
                  </a:lnTo>
                  <a:lnTo>
                    <a:pt x="14378" y="3010"/>
                  </a:lnTo>
                  <a:lnTo>
                    <a:pt x="16749" y="3405"/>
                  </a:lnTo>
                  <a:lnTo>
                    <a:pt x="16809" y="3405"/>
                  </a:lnTo>
                  <a:lnTo>
                    <a:pt x="16809" y="3374"/>
                  </a:lnTo>
                  <a:cubicBezTo>
                    <a:pt x="17468" y="2715"/>
                    <a:pt x="18069" y="2115"/>
                    <a:pt x="18610" y="1545"/>
                  </a:cubicBezTo>
                  <a:lnTo>
                    <a:pt x="18610" y="1545"/>
                  </a:lnTo>
                  <a:lnTo>
                    <a:pt x="20984" y="3118"/>
                  </a:lnTo>
                  <a:lnTo>
                    <a:pt x="20984" y="3118"/>
                  </a:lnTo>
                  <a:cubicBezTo>
                    <a:pt x="20628" y="3950"/>
                    <a:pt x="20330" y="4694"/>
                    <a:pt x="20062" y="5350"/>
                  </a:cubicBezTo>
                  <a:lnTo>
                    <a:pt x="20062" y="5380"/>
                  </a:lnTo>
                  <a:lnTo>
                    <a:pt x="20062" y="5411"/>
                  </a:lnTo>
                  <a:lnTo>
                    <a:pt x="21885" y="7690"/>
                  </a:lnTo>
                  <a:lnTo>
                    <a:pt x="21916" y="7690"/>
                  </a:lnTo>
                  <a:lnTo>
                    <a:pt x="24076" y="7360"/>
                  </a:lnTo>
                  <a:lnTo>
                    <a:pt x="24076" y="7360"/>
                  </a:lnTo>
                  <a:lnTo>
                    <a:pt x="25138" y="9210"/>
                  </a:lnTo>
                  <a:cubicBezTo>
                    <a:pt x="25259" y="9393"/>
                    <a:pt x="25351" y="9545"/>
                    <a:pt x="25411" y="9636"/>
                  </a:cubicBezTo>
                  <a:lnTo>
                    <a:pt x="25168" y="9210"/>
                  </a:lnTo>
                  <a:lnTo>
                    <a:pt x="24135" y="7326"/>
                  </a:lnTo>
                  <a:lnTo>
                    <a:pt x="24104" y="7326"/>
                  </a:lnTo>
                  <a:lnTo>
                    <a:pt x="21943" y="7626"/>
                  </a:lnTo>
                  <a:lnTo>
                    <a:pt x="21943" y="7626"/>
                  </a:lnTo>
                  <a:lnTo>
                    <a:pt x="20169" y="5370"/>
                  </a:lnTo>
                  <a:lnTo>
                    <a:pt x="20169" y="5370"/>
                  </a:lnTo>
                  <a:cubicBezTo>
                    <a:pt x="20438" y="4683"/>
                    <a:pt x="20737" y="3966"/>
                    <a:pt x="21065" y="3131"/>
                  </a:cubicBezTo>
                  <a:lnTo>
                    <a:pt x="21065" y="3070"/>
                  </a:lnTo>
                  <a:lnTo>
                    <a:pt x="21034" y="3040"/>
                  </a:lnTo>
                  <a:lnTo>
                    <a:pt x="18603" y="1429"/>
                  </a:lnTo>
                  <a:lnTo>
                    <a:pt x="18542" y="1399"/>
                  </a:lnTo>
                  <a:lnTo>
                    <a:pt x="18511" y="1429"/>
                  </a:lnTo>
                  <a:lnTo>
                    <a:pt x="16697" y="3274"/>
                  </a:lnTo>
                  <a:lnTo>
                    <a:pt x="16697" y="3274"/>
                  </a:lnTo>
                  <a:lnTo>
                    <a:pt x="14401" y="2867"/>
                  </a:lnTo>
                  <a:lnTo>
                    <a:pt x="14401" y="2867"/>
                  </a:lnTo>
                  <a:lnTo>
                    <a:pt x="13435" y="61"/>
                  </a:lnTo>
                  <a:lnTo>
                    <a:pt x="1343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4598375" y="2943350"/>
              <a:ext cx="1996275" cy="1340450"/>
            </a:xfrm>
            <a:custGeom>
              <a:avLst/>
              <a:gdLst/>
              <a:ahLst/>
              <a:cxnLst/>
              <a:rect l="l" t="t" r="r" b="b"/>
              <a:pathLst>
                <a:path w="79851" h="53618" extrusionOk="0">
                  <a:moveTo>
                    <a:pt x="19545" y="0"/>
                  </a:moveTo>
                  <a:cubicBezTo>
                    <a:pt x="19150" y="0"/>
                    <a:pt x="18785" y="243"/>
                    <a:pt x="18633" y="639"/>
                  </a:cubicBezTo>
                  <a:lnTo>
                    <a:pt x="1" y="53618"/>
                  </a:lnTo>
                  <a:lnTo>
                    <a:pt x="58695" y="53618"/>
                  </a:lnTo>
                  <a:lnTo>
                    <a:pt x="79577" y="1368"/>
                  </a:lnTo>
                  <a:cubicBezTo>
                    <a:pt x="79850" y="730"/>
                    <a:pt x="79364" y="31"/>
                    <a:pt x="78695" y="31"/>
                  </a:cubicBezTo>
                  <a:lnTo>
                    <a:pt x="1954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4662200" y="2996525"/>
              <a:ext cx="1848850" cy="1197625"/>
            </a:xfrm>
            <a:custGeom>
              <a:avLst/>
              <a:gdLst/>
              <a:ahLst/>
              <a:cxnLst/>
              <a:rect l="l" t="t" r="r" b="b"/>
              <a:pathLst>
                <a:path w="73954" h="47905" extrusionOk="0">
                  <a:moveTo>
                    <a:pt x="17661" y="1"/>
                  </a:moveTo>
                  <a:cubicBezTo>
                    <a:pt x="17418" y="1"/>
                    <a:pt x="17235" y="153"/>
                    <a:pt x="17144" y="366"/>
                  </a:cubicBezTo>
                  <a:lnTo>
                    <a:pt x="153" y="47205"/>
                  </a:lnTo>
                  <a:cubicBezTo>
                    <a:pt x="1" y="47540"/>
                    <a:pt x="274" y="47904"/>
                    <a:pt x="669" y="47904"/>
                  </a:cubicBezTo>
                  <a:lnTo>
                    <a:pt x="54105" y="47904"/>
                  </a:lnTo>
                  <a:cubicBezTo>
                    <a:pt x="54318" y="47904"/>
                    <a:pt x="54531" y="47783"/>
                    <a:pt x="54622" y="47570"/>
                  </a:cubicBezTo>
                  <a:lnTo>
                    <a:pt x="73802" y="730"/>
                  </a:lnTo>
                  <a:cubicBezTo>
                    <a:pt x="73954" y="396"/>
                    <a:pt x="73680" y="1"/>
                    <a:pt x="7331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4071775" y="4194125"/>
              <a:ext cx="1993975" cy="91975"/>
            </a:xfrm>
            <a:custGeom>
              <a:avLst/>
              <a:gdLst/>
              <a:ahLst/>
              <a:cxnLst/>
              <a:rect l="l" t="t" r="r" b="b"/>
              <a:pathLst>
                <a:path w="79759" h="3679" extrusionOk="0">
                  <a:moveTo>
                    <a:pt x="0" y="0"/>
                  </a:moveTo>
                  <a:lnTo>
                    <a:pt x="0" y="3678"/>
                  </a:lnTo>
                  <a:lnTo>
                    <a:pt x="79759" y="3678"/>
                  </a:lnTo>
                  <a:lnTo>
                    <a:pt x="775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3463100" y="3027700"/>
              <a:ext cx="1405825" cy="820175"/>
            </a:xfrm>
            <a:custGeom>
              <a:avLst/>
              <a:gdLst/>
              <a:ahLst/>
              <a:cxnLst/>
              <a:rect l="l" t="t" r="r" b="b"/>
              <a:pathLst>
                <a:path w="56233" h="32807" extrusionOk="0">
                  <a:moveTo>
                    <a:pt x="43527" y="0"/>
                  </a:moveTo>
                  <a:cubicBezTo>
                    <a:pt x="43527" y="0"/>
                    <a:pt x="41946" y="19119"/>
                    <a:pt x="38481" y="20061"/>
                  </a:cubicBezTo>
                  <a:cubicBezTo>
                    <a:pt x="34949" y="21007"/>
                    <a:pt x="31224" y="21333"/>
                    <a:pt x="27749" y="21333"/>
                  </a:cubicBezTo>
                  <a:cubicBezTo>
                    <a:pt x="21955" y="21333"/>
                    <a:pt x="16855" y="20426"/>
                    <a:pt x="14499" y="19970"/>
                  </a:cubicBezTo>
                  <a:cubicBezTo>
                    <a:pt x="14074" y="19575"/>
                    <a:pt x="13557" y="19149"/>
                    <a:pt x="13010" y="18602"/>
                  </a:cubicBezTo>
                  <a:cubicBezTo>
                    <a:pt x="12554" y="18116"/>
                    <a:pt x="12159" y="17569"/>
                    <a:pt x="11885" y="16961"/>
                  </a:cubicBezTo>
                  <a:cubicBezTo>
                    <a:pt x="11490" y="16231"/>
                    <a:pt x="11186" y="15441"/>
                    <a:pt x="11004" y="14620"/>
                  </a:cubicBezTo>
                  <a:cubicBezTo>
                    <a:pt x="10947" y="14147"/>
                    <a:pt x="10559" y="13862"/>
                    <a:pt x="10194" y="13862"/>
                  </a:cubicBezTo>
                  <a:cubicBezTo>
                    <a:pt x="9974" y="13862"/>
                    <a:pt x="9762" y="13966"/>
                    <a:pt x="9636" y="14195"/>
                  </a:cubicBezTo>
                  <a:cubicBezTo>
                    <a:pt x="9301" y="14833"/>
                    <a:pt x="9149" y="17143"/>
                    <a:pt x="10426" y="19271"/>
                  </a:cubicBezTo>
                  <a:cubicBezTo>
                    <a:pt x="10669" y="19848"/>
                    <a:pt x="10335" y="20487"/>
                    <a:pt x="9727" y="20639"/>
                  </a:cubicBezTo>
                  <a:cubicBezTo>
                    <a:pt x="8116" y="21247"/>
                    <a:pt x="2493" y="22979"/>
                    <a:pt x="1581" y="23405"/>
                  </a:cubicBezTo>
                  <a:cubicBezTo>
                    <a:pt x="760" y="23800"/>
                    <a:pt x="0" y="24499"/>
                    <a:pt x="851" y="24621"/>
                  </a:cubicBezTo>
                  <a:cubicBezTo>
                    <a:pt x="938" y="24636"/>
                    <a:pt x="1065" y="24643"/>
                    <a:pt x="1222" y="24643"/>
                  </a:cubicBezTo>
                  <a:cubicBezTo>
                    <a:pt x="2186" y="24643"/>
                    <a:pt x="4306" y="24380"/>
                    <a:pt x="5497" y="24221"/>
                  </a:cubicBezTo>
                  <a:lnTo>
                    <a:pt x="5497" y="24221"/>
                  </a:lnTo>
                  <a:cubicBezTo>
                    <a:pt x="3814" y="24468"/>
                    <a:pt x="249" y="25071"/>
                    <a:pt x="365" y="25745"/>
                  </a:cubicBezTo>
                  <a:cubicBezTo>
                    <a:pt x="432" y="26079"/>
                    <a:pt x="956" y="26321"/>
                    <a:pt x="2078" y="26321"/>
                  </a:cubicBezTo>
                  <a:cubicBezTo>
                    <a:pt x="2245" y="26321"/>
                    <a:pt x="2426" y="26315"/>
                    <a:pt x="2621" y="26304"/>
                  </a:cubicBezTo>
                  <a:lnTo>
                    <a:pt x="2621" y="26304"/>
                  </a:lnTo>
                  <a:cubicBezTo>
                    <a:pt x="1635" y="26499"/>
                    <a:pt x="775" y="26721"/>
                    <a:pt x="578" y="26931"/>
                  </a:cubicBezTo>
                  <a:cubicBezTo>
                    <a:pt x="33" y="27462"/>
                    <a:pt x="954" y="27609"/>
                    <a:pt x="2136" y="27609"/>
                  </a:cubicBezTo>
                  <a:cubicBezTo>
                    <a:pt x="3590" y="27609"/>
                    <a:pt x="5440" y="27387"/>
                    <a:pt x="5441" y="27387"/>
                  </a:cubicBezTo>
                  <a:lnTo>
                    <a:pt x="5441" y="27387"/>
                  </a:lnTo>
                  <a:cubicBezTo>
                    <a:pt x="1186" y="27934"/>
                    <a:pt x="1247" y="27721"/>
                    <a:pt x="1186" y="28298"/>
                  </a:cubicBezTo>
                  <a:cubicBezTo>
                    <a:pt x="1155" y="28724"/>
                    <a:pt x="2128" y="28906"/>
                    <a:pt x="4469" y="28937"/>
                  </a:cubicBezTo>
                  <a:cubicBezTo>
                    <a:pt x="6353" y="28967"/>
                    <a:pt x="8298" y="29362"/>
                    <a:pt x="11186" y="29545"/>
                  </a:cubicBezTo>
                  <a:cubicBezTo>
                    <a:pt x="11186" y="29545"/>
                    <a:pt x="22714" y="32807"/>
                    <a:pt x="33685" y="32807"/>
                  </a:cubicBezTo>
                  <a:cubicBezTo>
                    <a:pt x="42213" y="32807"/>
                    <a:pt x="50405" y="30836"/>
                    <a:pt x="52585" y="23830"/>
                  </a:cubicBezTo>
                  <a:cubicBezTo>
                    <a:pt x="55290" y="15198"/>
                    <a:pt x="55321" y="11915"/>
                    <a:pt x="56232" y="6231"/>
                  </a:cubicBezTo>
                  <a:lnTo>
                    <a:pt x="43527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3517050" y="3704275"/>
              <a:ext cx="145925" cy="18050"/>
            </a:xfrm>
            <a:custGeom>
              <a:avLst/>
              <a:gdLst/>
              <a:ahLst/>
              <a:cxnLst/>
              <a:rect l="l" t="t" r="r" b="b"/>
              <a:pathLst>
                <a:path w="5837" h="722" extrusionOk="0">
                  <a:moveTo>
                    <a:pt x="5355" y="0"/>
                  </a:moveTo>
                  <a:cubicBezTo>
                    <a:pt x="4829" y="0"/>
                    <a:pt x="3921" y="55"/>
                    <a:pt x="2888" y="172"/>
                  </a:cubicBezTo>
                  <a:cubicBezTo>
                    <a:pt x="1307" y="324"/>
                    <a:pt x="0" y="536"/>
                    <a:pt x="0" y="658"/>
                  </a:cubicBezTo>
                  <a:cubicBezTo>
                    <a:pt x="0" y="701"/>
                    <a:pt x="168" y="721"/>
                    <a:pt x="457" y="721"/>
                  </a:cubicBezTo>
                  <a:cubicBezTo>
                    <a:pt x="982" y="721"/>
                    <a:pt x="1909" y="654"/>
                    <a:pt x="2949" y="536"/>
                  </a:cubicBezTo>
                  <a:cubicBezTo>
                    <a:pt x="4560" y="384"/>
                    <a:pt x="5836" y="172"/>
                    <a:pt x="5836" y="50"/>
                  </a:cubicBezTo>
                  <a:cubicBezTo>
                    <a:pt x="5826" y="17"/>
                    <a:pt x="5650" y="0"/>
                    <a:pt x="5355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3507175" y="3663425"/>
              <a:ext cx="155050" cy="27225"/>
            </a:xfrm>
            <a:custGeom>
              <a:avLst/>
              <a:gdLst/>
              <a:ahLst/>
              <a:cxnLst/>
              <a:rect l="l" t="t" r="r" b="b"/>
              <a:pathLst>
                <a:path w="6202" h="1089" extrusionOk="0">
                  <a:moveTo>
                    <a:pt x="5961" y="0"/>
                  </a:moveTo>
                  <a:cubicBezTo>
                    <a:pt x="5488" y="0"/>
                    <a:pt x="4367" y="138"/>
                    <a:pt x="3070" y="347"/>
                  </a:cubicBezTo>
                  <a:cubicBezTo>
                    <a:pt x="1368" y="651"/>
                    <a:pt x="0" y="954"/>
                    <a:pt x="31" y="1046"/>
                  </a:cubicBezTo>
                  <a:cubicBezTo>
                    <a:pt x="38" y="1075"/>
                    <a:pt x="123" y="1088"/>
                    <a:pt x="270" y="1088"/>
                  </a:cubicBezTo>
                  <a:cubicBezTo>
                    <a:pt x="744" y="1088"/>
                    <a:pt x="1864" y="950"/>
                    <a:pt x="3161" y="742"/>
                  </a:cubicBezTo>
                  <a:cubicBezTo>
                    <a:pt x="4833" y="468"/>
                    <a:pt x="6201" y="134"/>
                    <a:pt x="6201" y="43"/>
                  </a:cubicBezTo>
                  <a:cubicBezTo>
                    <a:pt x="6194" y="14"/>
                    <a:pt x="6109" y="0"/>
                    <a:pt x="596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3514775" y="3620500"/>
              <a:ext cx="146675" cy="27950"/>
            </a:xfrm>
            <a:custGeom>
              <a:avLst/>
              <a:gdLst/>
              <a:ahLst/>
              <a:cxnLst/>
              <a:rect l="l" t="t" r="r" b="b"/>
              <a:pathLst>
                <a:path w="5867" h="1118" extrusionOk="0">
                  <a:moveTo>
                    <a:pt x="5677" y="1"/>
                  </a:moveTo>
                  <a:cubicBezTo>
                    <a:pt x="5278" y="1"/>
                    <a:pt x="4181" y="142"/>
                    <a:pt x="2888" y="361"/>
                  </a:cubicBezTo>
                  <a:cubicBezTo>
                    <a:pt x="1277" y="665"/>
                    <a:pt x="0" y="969"/>
                    <a:pt x="0" y="1091"/>
                  </a:cubicBezTo>
                  <a:cubicBezTo>
                    <a:pt x="6" y="1109"/>
                    <a:pt x="62" y="1117"/>
                    <a:pt x="160" y="1117"/>
                  </a:cubicBezTo>
                  <a:cubicBezTo>
                    <a:pt x="558" y="1117"/>
                    <a:pt x="1655" y="976"/>
                    <a:pt x="2949" y="757"/>
                  </a:cubicBezTo>
                  <a:cubicBezTo>
                    <a:pt x="4560" y="453"/>
                    <a:pt x="5867" y="149"/>
                    <a:pt x="5836" y="27"/>
                  </a:cubicBezTo>
                  <a:cubicBezTo>
                    <a:pt x="5830" y="9"/>
                    <a:pt x="5775" y="1"/>
                    <a:pt x="5677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4868900" y="3843050"/>
              <a:ext cx="923300" cy="345025"/>
            </a:xfrm>
            <a:custGeom>
              <a:avLst/>
              <a:gdLst/>
              <a:ahLst/>
              <a:cxnLst/>
              <a:rect l="l" t="t" r="r" b="b"/>
              <a:pathLst>
                <a:path w="36932" h="13801" extrusionOk="0">
                  <a:moveTo>
                    <a:pt x="34560" y="1"/>
                  </a:moveTo>
                  <a:lnTo>
                    <a:pt x="1429" y="3071"/>
                  </a:lnTo>
                  <a:lnTo>
                    <a:pt x="0" y="13800"/>
                  </a:lnTo>
                  <a:lnTo>
                    <a:pt x="36931" y="13800"/>
                  </a:lnTo>
                  <a:lnTo>
                    <a:pt x="3456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4511000" y="2659150"/>
              <a:ext cx="303975" cy="487875"/>
            </a:xfrm>
            <a:custGeom>
              <a:avLst/>
              <a:gdLst/>
              <a:ahLst/>
              <a:cxnLst/>
              <a:rect l="l" t="t" r="r" b="b"/>
              <a:pathLst>
                <a:path w="12159" h="19515" extrusionOk="0">
                  <a:moveTo>
                    <a:pt x="5380" y="0"/>
                  </a:moveTo>
                  <a:cubicBezTo>
                    <a:pt x="5380" y="0"/>
                    <a:pt x="0" y="16110"/>
                    <a:pt x="365" y="16779"/>
                  </a:cubicBezTo>
                  <a:lnTo>
                    <a:pt x="12158" y="19514"/>
                  </a:lnTo>
                  <a:lnTo>
                    <a:pt x="538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4511000" y="2659150"/>
              <a:ext cx="303975" cy="487875"/>
            </a:xfrm>
            <a:custGeom>
              <a:avLst/>
              <a:gdLst/>
              <a:ahLst/>
              <a:cxnLst/>
              <a:rect l="l" t="t" r="r" b="b"/>
              <a:pathLst>
                <a:path w="12159" h="19515" extrusionOk="0">
                  <a:moveTo>
                    <a:pt x="5380" y="0"/>
                  </a:moveTo>
                  <a:cubicBezTo>
                    <a:pt x="5380" y="0"/>
                    <a:pt x="0" y="16110"/>
                    <a:pt x="365" y="16779"/>
                  </a:cubicBezTo>
                  <a:lnTo>
                    <a:pt x="12158" y="19514"/>
                  </a:lnTo>
                  <a:lnTo>
                    <a:pt x="5380" y="0"/>
                  </a:ln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4642450" y="2524275"/>
              <a:ext cx="1119350" cy="1469250"/>
            </a:xfrm>
            <a:custGeom>
              <a:avLst/>
              <a:gdLst/>
              <a:ahLst/>
              <a:cxnLst/>
              <a:rect l="l" t="t" r="r" b="b"/>
              <a:pathLst>
                <a:path w="44774" h="58770" extrusionOk="0">
                  <a:moveTo>
                    <a:pt x="11589" y="1"/>
                  </a:moveTo>
                  <a:cubicBezTo>
                    <a:pt x="10125" y="1"/>
                    <a:pt x="8660" y="96"/>
                    <a:pt x="7204" y="289"/>
                  </a:cubicBezTo>
                  <a:lnTo>
                    <a:pt x="6505" y="380"/>
                  </a:lnTo>
                  <a:cubicBezTo>
                    <a:pt x="3587" y="684"/>
                    <a:pt x="1125" y="2660"/>
                    <a:pt x="122" y="5395"/>
                  </a:cubicBezTo>
                  <a:cubicBezTo>
                    <a:pt x="122" y="5395"/>
                    <a:pt x="0" y="13329"/>
                    <a:pt x="2432" y="18587"/>
                  </a:cubicBezTo>
                  <a:lnTo>
                    <a:pt x="10213" y="35669"/>
                  </a:lnTo>
                  <a:lnTo>
                    <a:pt x="9089" y="58770"/>
                  </a:lnTo>
                  <a:lnTo>
                    <a:pt x="44773" y="54727"/>
                  </a:lnTo>
                  <a:lnTo>
                    <a:pt x="39181" y="32417"/>
                  </a:lnTo>
                  <a:cubicBezTo>
                    <a:pt x="39181" y="32417"/>
                    <a:pt x="35351" y="6550"/>
                    <a:pt x="28360" y="3693"/>
                  </a:cubicBezTo>
                  <a:cubicBezTo>
                    <a:pt x="25928" y="2751"/>
                    <a:pt x="23436" y="1961"/>
                    <a:pt x="20913" y="1292"/>
                  </a:cubicBezTo>
                  <a:cubicBezTo>
                    <a:pt x="17883" y="441"/>
                    <a:pt x="14739" y="1"/>
                    <a:pt x="1158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5103700" y="3967675"/>
              <a:ext cx="7625" cy="209000"/>
            </a:xfrm>
            <a:custGeom>
              <a:avLst/>
              <a:gdLst/>
              <a:ahLst/>
              <a:cxnLst/>
              <a:rect l="l" t="t" r="r" b="b"/>
              <a:pathLst>
                <a:path w="305" h="8360" extrusionOk="0">
                  <a:moveTo>
                    <a:pt x="61" y="0"/>
                  </a:moveTo>
                  <a:cubicBezTo>
                    <a:pt x="1" y="0"/>
                    <a:pt x="1" y="1885"/>
                    <a:pt x="61" y="4195"/>
                  </a:cubicBezTo>
                  <a:cubicBezTo>
                    <a:pt x="92" y="6505"/>
                    <a:pt x="183" y="8359"/>
                    <a:pt x="213" y="8359"/>
                  </a:cubicBezTo>
                  <a:cubicBezTo>
                    <a:pt x="305" y="8359"/>
                    <a:pt x="274" y="6505"/>
                    <a:pt x="213" y="4195"/>
                  </a:cubicBezTo>
                  <a:cubicBezTo>
                    <a:pt x="183" y="1885"/>
                    <a:pt x="92" y="0"/>
                    <a:pt x="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5141700" y="3988950"/>
              <a:ext cx="43350" cy="39650"/>
            </a:xfrm>
            <a:custGeom>
              <a:avLst/>
              <a:gdLst/>
              <a:ahLst/>
              <a:cxnLst/>
              <a:rect l="l" t="t" r="r" b="b"/>
              <a:pathLst>
                <a:path w="1734" h="1586" extrusionOk="0">
                  <a:moveTo>
                    <a:pt x="396" y="1"/>
                  </a:moveTo>
                  <a:cubicBezTo>
                    <a:pt x="396" y="1"/>
                    <a:pt x="122" y="153"/>
                    <a:pt x="61" y="578"/>
                  </a:cubicBezTo>
                  <a:cubicBezTo>
                    <a:pt x="0" y="852"/>
                    <a:pt x="92" y="1095"/>
                    <a:pt x="274" y="1308"/>
                  </a:cubicBezTo>
                  <a:cubicBezTo>
                    <a:pt x="432" y="1489"/>
                    <a:pt x="675" y="1585"/>
                    <a:pt x="914" y="1585"/>
                  </a:cubicBezTo>
                  <a:cubicBezTo>
                    <a:pt x="996" y="1585"/>
                    <a:pt x="1078" y="1574"/>
                    <a:pt x="1156" y="1551"/>
                  </a:cubicBezTo>
                  <a:cubicBezTo>
                    <a:pt x="1490" y="1429"/>
                    <a:pt x="1703" y="1125"/>
                    <a:pt x="1733" y="791"/>
                  </a:cubicBezTo>
                  <a:cubicBezTo>
                    <a:pt x="1733" y="372"/>
                    <a:pt x="1396" y="67"/>
                    <a:pt x="1011" y="67"/>
                  </a:cubicBezTo>
                  <a:cubicBezTo>
                    <a:pt x="949" y="67"/>
                    <a:pt x="885" y="75"/>
                    <a:pt x="821" y="92"/>
                  </a:cubicBezTo>
                  <a:cubicBezTo>
                    <a:pt x="700" y="122"/>
                    <a:pt x="669" y="183"/>
                    <a:pt x="669" y="183"/>
                  </a:cubicBezTo>
                  <a:cubicBezTo>
                    <a:pt x="722" y="175"/>
                    <a:pt x="776" y="171"/>
                    <a:pt x="828" y="171"/>
                  </a:cubicBezTo>
                  <a:cubicBezTo>
                    <a:pt x="985" y="171"/>
                    <a:pt x="1133" y="206"/>
                    <a:pt x="1247" y="274"/>
                  </a:cubicBezTo>
                  <a:cubicBezTo>
                    <a:pt x="1459" y="365"/>
                    <a:pt x="1551" y="578"/>
                    <a:pt x="1551" y="791"/>
                  </a:cubicBezTo>
                  <a:cubicBezTo>
                    <a:pt x="1520" y="1034"/>
                    <a:pt x="1338" y="1277"/>
                    <a:pt x="1095" y="1368"/>
                  </a:cubicBezTo>
                  <a:cubicBezTo>
                    <a:pt x="1034" y="1383"/>
                    <a:pt x="975" y="1391"/>
                    <a:pt x="916" y="1391"/>
                  </a:cubicBezTo>
                  <a:cubicBezTo>
                    <a:pt x="503" y="1391"/>
                    <a:pt x="156" y="1034"/>
                    <a:pt x="183" y="608"/>
                  </a:cubicBezTo>
                  <a:cubicBezTo>
                    <a:pt x="213" y="396"/>
                    <a:pt x="304" y="183"/>
                    <a:pt x="39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5382575" y="3932725"/>
              <a:ext cx="365550" cy="161000"/>
            </a:xfrm>
            <a:custGeom>
              <a:avLst/>
              <a:gdLst/>
              <a:ahLst/>
              <a:cxnLst/>
              <a:rect l="l" t="t" r="r" b="b"/>
              <a:pathLst>
                <a:path w="14622" h="6440" extrusionOk="0">
                  <a:moveTo>
                    <a:pt x="1" y="0"/>
                  </a:moveTo>
                  <a:cubicBezTo>
                    <a:pt x="1" y="0"/>
                    <a:pt x="1" y="61"/>
                    <a:pt x="31" y="152"/>
                  </a:cubicBezTo>
                  <a:cubicBezTo>
                    <a:pt x="92" y="274"/>
                    <a:pt x="122" y="426"/>
                    <a:pt x="244" y="639"/>
                  </a:cubicBezTo>
                  <a:cubicBezTo>
                    <a:pt x="487" y="1216"/>
                    <a:pt x="791" y="1794"/>
                    <a:pt x="1156" y="2310"/>
                  </a:cubicBezTo>
                  <a:cubicBezTo>
                    <a:pt x="3009" y="4955"/>
                    <a:pt x="6006" y="6440"/>
                    <a:pt x="9108" y="6440"/>
                  </a:cubicBezTo>
                  <a:cubicBezTo>
                    <a:pt x="10177" y="6440"/>
                    <a:pt x="11259" y="6263"/>
                    <a:pt x="12311" y="5897"/>
                  </a:cubicBezTo>
                  <a:cubicBezTo>
                    <a:pt x="12919" y="5684"/>
                    <a:pt x="13497" y="5411"/>
                    <a:pt x="14044" y="5107"/>
                  </a:cubicBezTo>
                  <a:cubicBezTo>
                    <a:pt x="14196" y="5016"/>
                    <a:pt x="14317" y="4924"/>
                    <a:pt x="14469" y="4803"/>
                  </a:cubicBezTo>
                  <a:cubicBezTo>
                    <a:pt x="14530" y="4772"/>
                    <a:pt x="14560" y="4742"/>
                    <a:pt x="14621" y="4712"/>
                  </a:cubicBezTo>
                  <a:lnTo>
                    <a:pt x="14621" y="4712"/>
                  </a:lnTo>
                  <a:cubicBezTo>
                    <a:pt x="14408" y="4803"/>
                    <a:pt x="14196" y="4894"/>
                    <a:pt x="13983" y="5016"/>
                  </a:cubicBezTo>
                  <a:cubicBezTo>
                    <a:pt x="13436" y="5319"/>
                    <a:pt x="12858" y="5563"/>
                    <a:pt x="12281" y="5775"/>
                  </a:cubicBezTo>
                  <a:cubicBezTo>
                    <a:pt x="11399" y="6049"/>
                    <a:pt x="10457" y="6201"/>
                    <a:pt x="9545" y="6262"/>
                  </a:cubicBezTo>
                  <a:cubicBezTo>
                    <a:pt x="9416" y="6267"/>
                    <a:pt x="9288" y="6269"/>
                    <a:pt x="9159" y="6269"/>
                  </a:cubicBezTo>
                  <a:cubicBezTo>
                    <a:pt x="6986" y="6269"/>
                    <a:pt x="4886" y="5544"/>
                    <a:pt x="3192" y="4195"/>
                  </a:cubicBezTo>
                  <a:cubicBezTo>
                    <a:pt x="1977" y="3253"/>
                    <a:pt x="974" y="2006"/>
                    <a:pt x="305" y="608"/>
                  </a:cubicBezTo>
                  <a:cubicBezTo>
                    <a:pt x="123" y="21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4685000" y="2915225"/>
              <a:ext cx="342750" cy="58025"/>
            </a:xfrm>
            <a:custGeom>
              <a:avLst/>
              <a:gdLst/>
              <a:ahLst/>
              <a:cxnLst/>
              <a:rect l="l" t="t" r="r" b="b"/>
              <a:pathLst>
                <a:path w="13710" h="2321" extrusionOk="0">
                  <a:moveTo>
                    <a:pt x="13709" y="1"/>
                  </a:moveTo>
                  <a:lnTo>
                    <a:pt x="13709" y="1"/>
                  </a:lnTo>
                  <a:cubicBezTo>
                    <a:pt x="13557" y="122"/>
                    <a:pt x="13375" y="244"/>
                    <a:pt x="13253" y="365"/>
                  </a:cubicBezTo>
                  <a:cubicBezTo>
                    <a:pt x="12828" y="700"/>
                    <a:pt x="12402" y="1004"/>
                    <a:pt x="11946" y="1308"/>
                  </a:cubicBezTo>
                  <a:cubicBezTo>
                    <a:pt x="11277" y="1733"/>
                    <a:pt x="10548" y="2037"/>
                    <a:pt x="9758" y="2128"/>
                  </a:cubicBezTo>
                  <a:cubicBezTo>
                    <a:pt x="9689" y="2130"/>
                    <a:pt x="9620" y="2132"/>
                    <a:pt x="9551" y="2132"/>
                  </a:cubicBezTo>
                  <a:cubicBezTo>
                    <a:pt x="8651" y="2132"/>
                    <a:pt x="7780" y="1946"/>
                    <a:pt x="6961" y="1551"/>
                  </a:cubicBezTo>
                  <a:cubicBezTo>
                    <a:pt x="6019" y="1125"/>
                    <a:pt x="5138" y="639"/>
                    <a:pt x="4286" y="335"/>
                  </a:cubicBezTo>
                  <a:cubicBezTo>
                    <a:pt x="3744" y="118"/>
                    <a:pt x="3170" y="9"/>
                    <a:pt x="2587" y="9"/>
                  </a:cubicBezTo>
                  <a:cubicBezTo>
                    <a:pt x="2354" y="9"/>
                    <a:pt x="2120" y="27"/>
                    <a:pt x="1885" y="61"/>
                  </a:cubicBezTo>
                  <a:cubicBezTo>
                    <a:pt x="1338" y="122"/>
                    <a:pt x="821" y="335"/>
                    <a:pt x="396" y="700"/>
                  </a:cubicBezTo>
                  <a:cubicBezTo>
                    <a:pt x="305" y="791"/>
                    <a:pt x="183" y="882"/>
                    <a:pt x="92" y="1004"/>
                  </a:cubicBezTo>
                  <a:cubicBezTo>
                    <a:pt x="61" y="1034"/>
                    <a:pt x="31" y="1095"/>
                    <a:pt x="1" y="1125"/>
                  </a:cubicBezTo>
                  <a:cubicBezTo>
                    <a:pt x="3" y="1127"/>
                    <a:pt x="6" y="1129"/>
                    <a:pt x="9" y="1129"/>
                  </a:cubicBezTo>
                  <a:cubicBezTo>
                    <a:pt x="50" y="1129"/>
                    <a:pt x="175" y="958"/>
                    <a:pt x="457" y="760"/>
                  </a:cubicBezTo>
                  <a:cubicBezTo>
                    <a:pt x="882" y="457"/>
                    <a:pt x="1368" y="244"/>
                    <a:pt x="1916" y="183"/>
                  </a:cubicBezTo>
                  <a:cubicBezTo>
                    <a:pt x="2068" y="171"/>
                    <a:pt x="2220" y="165"/>
                    <a:pt x="2372" y="165"/>
                  </a:cubicBezTo>
                  <a:cubicBezTo>
                    <a:pt x="3008" y="165"/>
                    <a:pt x="3637" y="272"/>
                    <a:pt x="4226" y="517"/>
                  </a:cubicBezTo>
                  <a:cubicBezTo>
                    <a:pt x="5046" y="821"/>
                    <a:pt x="5928" y="1308"/>
                    <a:pt x="6870" y="1733"/>
                  </a:cubicBezTo>
                  <a:cubicBezTo>
                    <a:pt x="7679" y="2111"/>
                    <a:pt x="8560" y="2321"/>
                    <a:pt x="9428" y="2321"/>
                  </a:cubicBezTo>
                  <a:cubicBezTo>
                    <a:pt x="9538" y="2321"/>
                    <a:pt x="9648" y="2317"/>
                    <a:pt x="9758" y="2311"/>
                  </a:cubicBezTo>
                  <a:cubicBezTo>
                    <a:pt x="10578" y="2189"/>
                    <a:pt x="11338" y="1885"/>
                    <a:pt x="12007" y="1429"/>
                  </a:cubicBezTo>
                  <a:cubicBezTo>
                    <a:pt x="12463" y="1125"/>
                    <a:pt x="12888" y="791"/>
                    <a:pt x="13284" y="426"/>
                  </a:cubicBezTo>
                  <a:cubicBezTo>
                    <a:pt x="13436" y="305"/>
                    <a:pt x="13588" y="153"/>
                    <a:pt x="1370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4649300" y="2690225"/>
              <a:ext cx="144400" cy="40025"/>
            </a:xfrm>
            <a:custGeom>
              <a:avLst/>
              <a:gdLst/>
              <a:ahLst/>
              <a:cxnLst/>
              <a:rect l="l" t="t" r="r" b="b"/>
              <a:pathLst>
                <a:path w="5776" h="1601" extrusionOk="0">
                  <a:moveTo>
                    <a:pt x="5767" y="1"/>
                  </a:moveTo>
                  <a:cubicBezTo>
                    <a:pt x="5713" y="1"/>
                    <a:pt x="5471" y="205"/>
                    <a:pt x="5015" y="490"/>
                  </a:cubicBezTo>
                  <a:cubicBezTo>
                    <a:pt x="3994" y="1088"/>
                    <a:pt x="2829" y="1420"/>
                    <a:pt x="1656" y="1420"/>
                  </a:cubicBezTo>
                  <a:cubicBezTo>
                    <a:pt x="1398" y="1420"/>
                    <a:pt x="1139" y="1404"/>
                    <a:pt x="882" y="1371"/>
                  </a:cubicBezTo>
                  <a:cubicBezTo>
                    <a:pt x="409" y="1319"/>
                    <a:pt x="95" y="1244"/>
                    <a:pt x="18" y="1244"/>
                  </a:cubicBezTo>
                  <a:cubicBezTo>
                    <a:pt x="6" y="1244"/>
                    <a:pt x="0" y="1246"/>
                    <a:pt x="0" y="1250"/>
                  </a:cubicBezTo>
                  <a:cubicBezTo>
                    <a:pt x="274" y="1402"/>
                    <a:pt x="547" y="1493"/>
                    <a:pt x="882" y="1523"/>
                  </a:cubicBezTo>
                  <a:cubicBezTo>
                    <a:pt x="1194" y="1575"/>
                    <a:pt x="1509" y="1601"/>
                    <a:pt x="1824" y="1601"/>
                  </a:cubicBezTo>
                  <a:cubicBezTo>
                    <a:pt x="2979" y="1601"/>
                    <a:pt x="4127" y="1256"/>
                    <a:pt x="5107" y="611"/>
                  </a:cubicBezTo>
                  <a:cubicBezTo>
                    <a:pt x="5350" y="429"/>
                    <a:pt x="5593" y="247"/>
                    <a:pt x="5775" y="3"/>
                  </a:cubicBezTo>
                  <a:cubicBezTo>
                    <a:pt x="5773" y="2"/>
                    <a:pt x="5771" y="1"/>
                    <a:pt x="576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4832425" y="3227300"/>
              <a:ext cx="767525" cy="95925"/>
            </a:xfrm>
            <a:custGeom>
              <a:avLst/>
              <a:gdLst/>
              <a:ahLst/>
              <a:cxnLst/>
              <a:rect l="l" t="t" r="r" b="b"/>
              <a:pathLst>
                <a:path w="30701" h="3837" extrusionOk="0">
                  <a:moveTo>
                    <a:pt x="20400" y="0"/>
                  </a:moveTo>
                  <a:cubicBezTo>
                    <a:pt x="19690" y="0"/>
                    <a:pt x="18979" y="81"/>
                    <a:pt x="18268" y="253"/>
                  </a:cubicBezTo>
                  <a:cubicBezTo>
                    <a:pt x="17235" y="496"/>
                    <a:pt x="16201" y="831"/>
                    <a:pt x="15229" y="1256"/>
                  </a:cubicBezTo>
                  <a:cubicBezTo>
                    <a:pt x="13192" y="2107"/>
                    <a:pt x="11277" y="3050"/>
                    <a:pt x="9423" y="3414"/>
                  </a:cubicBezTo>
                  <a:cubicBezTo>
                    <a:pt x="8666" y="3583"/>
                    <a:pt x="7895" y="3667"/>
                    <a:pt x="7124" y="3667"/>
                  </a:cubicBezTo>
                  <a:cubicBezTo>
                    <a:pt x="6223" y="3667"/>
                    <a:pt x="5322" y="3552"/>
                    <a:pt x="4438" y="3323"/>
                  </a:cubicBezTo>
                  <a:cubicBezTo>
                    <a:pt x="3344" y="3080"/>
                    <a:pt x="2250" y="2746"/>
                    <a:pt x="1186" y="2351"/>
                  </a:cubicBezTo>
                  <a:lnTo>
                    <a:pt x="304" y="2047"/>
                  </a:lnTo>
                  <a:cubicBezTo>
                    <a:pt x="183" y="1986"/>
                    <a:pt x="92" y="1955"/>
                    <a:pt x="0" y="1955"/>
                  </a:cubicBezTo>
                  <a:cubicBezTo>
                    <a:pt x="92" y="1986"/>
                    <a:pt x="183" y="2047"/>
                    <a:pt x="274" y="2077"/>
                  </a:cubicBezTo>
                  <a:lnTo>
                    <a:pt x="1155" y="2411"/>
                  </a:lnTo>
                  <a:cubicBezTo>
                    <a:pt x="2219" y="2837"/>
                    <a:pt x="3283" y="3202"/>
                    <a:pt x="4408" y="3475"/>
                  </a:cubicBezTo>
                  <a:cubicBezTo>
                    <a:pt x="5323" y="3712"/>
                    <a:pt x="6266" y="3836"/>
                    <a:pt x="7211" y="3836"/>
                  </a:cubicBezTo>
                  <a:cubicBezTo>
                    <a:pt x="7962" y="3836"/>
                    <a:pt x="8714" y="3758"/>
                    <a:pt x="9453" y="3597"/>
                  </a:cubicBezTo>
                  <a:cubicBezTo>
                    <a:pt x="11368" y="3202"/>
                    <a:pt x="13283" y="2290"/>
                    <a:pt x="15289" y="1439"/>
                  </a:cubicBezTo>
                  <a:cubicBezTo>
                    <a:pt x="16262" y="1013"/>
                    <a:pt x="17296" y="679"/>
                    <a:pt x="18329" y="436"/>
                  </a:cubicBezTo>
                  <a:cubicBezTo>
                    <a:pt x="19047" y="279"/>
                    <a:pt x="19766" y="188"/>
                    <a:pt x="20497" y="188"/>
                  </a:cubicBezTo>
                  <a:cubicBezTo>
                    <a:pt x="20755" y="188"/>
                    <a:pt x="21015" y="199"/>
                    <a:pt x="21277" y="223"/>
                  </a:cubicBezTo>
                  <a:cubicBezTo>
                    <a:pt x="22159" y="345"/>
                    <a:pt x="23071" y="496"/>
                    <a:pt x="23922" y="740"/>
                  </a:cubicBezTo>
                  <a:cubicBezTo>
                    <a:pt x="24682" y="952"/>
                    <a:pt x="25472" y="1104"/>
                    <a:pt x="26262" y="1226"/>
                  </a:cubicBezTo>
                  <a:cubicBezTo>
                    <a:pt x="26630" y="1286"/>
                    <a:pt x="27005" y="1316"/>
                    <a:pt x="27380" y="1316"/>
                  </a:cubicBezTo>
                  <a:cubicBezTo>
                    <a:pt x="28150" y="1316"/>
                    <a:pt x="28921" y="1188"/>
                    <a:pt x="29636" y="922"/>
                  </a:cubicBezTo>
                  <a:cubicBezTo>
                    <a:pt x="29940" y="800"/>
                    <a:pt x="30214" y="648"/>
                    <a:pt x="30457" y="466"/>
                  </a:cubicBezTo>
                  <a:cubicBezTo>
                    <a:pt x="30548" y="405"/>
                    <a:pt x="30639" y="314"/>
                    <a:pt x="30700" y="253"/>
                  </a:cubicBezTo>
                  <a:lnTo>
                    <a:pt x="30700" y="253"/>
                  </a:lnTo>
                  <a:cubicBezTo>
                    <a:pt x="30366" y="496"/>
                    <a:pt x="29971" y="679"/>
                    <a:pt x="29575" y="831"/>
                  </a:cubicBezTo>
                  <a:cubicBezTo>
                    <a:pt x="28871" y="1066"/>
                    <a:pt x="28142" y="1187"/>
                    <a:pt x="27419" y="1187"/>
                  </a:cubicBezTo>
                  <a:cubicBezTo>
                    <a:pt x="27020" y="1187"/>
                    <a:pt x="26622" y="1150"/>
                    <a:pt x="26232" y="1074"/>
                  </a:cubicBezTo>
                  <a:cubicBezTo>
                    <a:pt x="25442" y="952"/>
                    <a:pt x="24682" y="800"/>
                    <a:pt x="23952" y="588"/>
                  </a:cubicBezTo>
                  <a:cubicBezTo>
                    <a:pt x="23071" y="345"/>
                    <a:pt x="22189" y="162"/>
                    <a:pt x="21277" y="41"/>
                  </a:cubicBezTo>
                  <a:cubicBezTo>
                    <a:pt x="20985" y="14"/>
                    <a:pt x="20693" y="0"/>
                    <a:pt x="204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4893225" y="3521700"/>
              <a:ext cx="792575" cy="102100"/>
            </a:xfrm>
            <a:custGeom>
              <a:avLst/>
              <a:gdLst/>
              <a:ahLst/>
              <a:cxnLst/>
              <a:rect l="l" t="t" r="r" b="b"/>
              <a:pathLst>
                <a:path w="31703" h="4084" extrusionOk="0">
                  <a:moveTo>
                    <a:pt x="77" y="2498"/>
                  </a:moveTo>
                  <a:cubicBezTo>
                    <a:pt x="68" y="2507"/>
                    <a:pt x="60" y="2516"/>
                    <a:pt x="51" y="2525"/>
                  </a:cubicBezTo>
                  <a:lnTo>
                    <a:pt x="51" y="2525"/>
                  </a:lnTo>
                  <a:cubicBezTo>
                    <a:pt x="54" y="2523"/>
                    <a:pt x="58" y="2522"/>
                    <a:pt x="61" y="2520"/>
                  </a:cubicBezTo>
                  <a:lnTo>
                    <a:pt x="77" y="2498"/>
                  </a:lnTo>
                  <a:close/>
                  <a:moveTo>
                    <a:pt x="51" y="2525"/>
                  </a:moveTo>
                  <a:cubicBezTo>
                    <a:pt x="0" y="2554"/>
                    <a:pt x="0" y="2581"/>
                    <a:pt x="0" y="2581"/>
                  </a:cubicBezTo>
                  <a:cubicBezTo>
                    <a:pt x="17" y="2562"/>
                    <a:pt x="34" y="2544"/>
                    <a:pt x="51" y="2525"/>
                  </a:cubicBezTo>
                  <a:close/>
                  <a:moveTo>
                    <a:pt x="26193" y="0"/>
                  </a:moveTo>
                  <a:cubicBezTo>
                    <a:pt x="25771" y="0"/>
                    <a:pt x="25347" y="39"/>
                    <a:pt x="24925" y="119"/>
                  </a:cubicBezTo>
                  <a:cubicBezTo>
                    <a:pt x="23952" y="301"/>
                    <a:pt x="23040" y="666"/>
                    <a:pt x="22189" y="1183"/>
                  </a:cubicBezTo>
                  <a:cubicBezTo>
                    <a:pt x="21277" y="1669"/>
                    <a:pt x="20365" y="2277"/>
                    <a:pt x="19393" y="2824"/>
                  </a:cubicBezTo>
                  <a:cubicBezTo>
                    <a:pt x="18389" y="3402"/>
                    <a:pt x="17295" y="3766"/>
                    <a:pt x="16171" y="3888"/>
                  </a:cubicBezTo>
                  <a:cubicBezTo>
                    <a:pt x="16024" y="3896"/>
                    <a:pt x="15877" y="3899"/>
                    <a:pt x="15731" y="3899"/>
                  </a:cubicBezTo>
                  <a:cubicBezTo>
                    <a:pt x="14723" y="3899"/>
                    <a:pt x="13722" y="3720"/>
                    <a:pt x="12766" y="3402"/>
                  </a:cubicBezTo>
                  <a:cubicBezTo>
                    <a:pt x="11763" y="3067"/>
                    <a:pt x="10760" y="2672"/>
                    <a:pt x="9787" y="2216"/>
                  </a:cubicBezTo>
                  <a:cubicBezTo>
                    <a:pt x="7903" y="1395"/>
                    <a:pt x="6110" y="727"/>
                    <a:pt x="4529" y="696"/>
                  </a:cubicBezTo>
                  <a:cubicBezTo>
                    <a:pt x="4442" y="693"/>
                    <a:pt x="4354" y="691"/>
                    <a:pt x="4266" y="691"/>
                  </a:cubicBezTo>
                  <a:cubicBezTo>
                    <a:pt x="3649" y="691"/>
                    <a:pt x="3017" y="784"/>
                    <a:pt x="2432" y="970"/>
                  </a:cubicBezTo>
                  <a:cubicBezTo>
                    <a:pt x="1915" y="1122"/>
                    <a:pt x="1429" y="1335"/>
                    <a:pt x="973" y="1639"/>
                  </a:cubicBezTo>
                  <a:cubicBezTo>
                    <a:pt x="699" y="1821"/>
                    <a:pt x="456" y="2034"/>
                    <a:pt x="213" y="2307"/>
                  </a:cubicBezTo>
                  <a:lnTo>
                    <a:pt x="77" y="2498"/>
                  </a:lnTo>
                  <a:lnTo>
                    <a:pt x="77" y="2498"/>
                  </a:lnTo>
                  <a:cubicBezTo>
                    <a:pt x="360" y="2196"/>
                    <a:pt x="671" y="1922"/>
                    <a:pt x="1034" y="1699"/>
                  </a:cubicBezTo>
                  <a:cubicBezTo>
                    <a:pt x="1459" y="1426"/>
                    <a:pt x="1945" y="1213"/>
                    <a:pt x="2462" y="1061"/>
                  </a:cubicBezTo>
                  <a:cubicBezTo>
                    <a:pt x="3022" y="908"/>
                    <a:pt x="3604" y="841"/>
                    <a:pt x="4189" y="841"/>
                  </a:cubicBezTo>
                  <a:cubicBezTo>
                    <a:pt x="4302" y="841"/>
                    <a:pt x="4416" y="843"/>
                    <a:pt x="4529" y="848"/>
                  </a:cubicBezTo>
                  <a:cubicBezTo>
                    <a:pt x="6079" y="879"/>
                    <a:pt x="7842" y="1547"/>
                    <a:pt x="9696" y="2398"/>
                  </a:cubicBezTo>
                  <a:cubicBezTo>
                    <a:pt x="10699" y="2854"/>
                    <a:pt x="11702" y="3250"/>
                    <a:pt x="12705" y="3584"/>
                  </a:cubicBezTo>
                  <a:cubicBezTo>
                    <a:pt x="13671" y="3923"/>
                    <a:pt x="14681" y="4083"/>
                    <a:pt x="15679" y="4083"/>
                  </a:cubicBezTo>
                  <a:cubicBezTo>
                    <a:pt x="15843" y="4083"/>
                    <a:pt x="16007" y="4079"/>
                    <a:pt x="16171" y="4070"/>
                  </a:cubicBezTo>
                  <a:cubicBezTo>
                    <a:pt x="17356" y="3949"/>
                    <a:pt x="18481" y="3584"/>
                    <a:pt x="19484" y="2976"/>
                  </a:cubicBezTo>
                  <a:cubicBezTo>
                    <a:pt x="20487" y="2429"/>
                    <a:pt x="21368" y="1821"/>
                    <a:pt x="22280" y="1335"/>
                  </a:cubicBezTo>
                  <a:cubicBezTo>
                    <a:pt x="23101" y="848"/>
                    <a:pt x="24013" y="484"/>
                    <a:pt x="24955" y="271"/>
                  </a:cubicBezTo>
                  <a:cubicBezTo>
                    <a:pt x="25365" y="195"/>
                    <a:pt x="25783" y="157"/>
                    <a:pt x="26201" y="157"/>
                  </a:cubicBezTo>
                  <a:cubicBezTo>
                    <a:pt x="26619" y="157"/>
                    <a:pt x="27037" y="195"/>
                    <a:pt x="27447" y="271"/>
                  </a:cubicBezTo>
                  <a:cubicBezTo>
                    <a:pt x="28663" y="484"/>
                    <a:pt x="29788" y="1000"/>
                    <a:pt x="30761" y="1791"/>
                  </a:cubicBezTo>
                  <a:cubicBezTo>
                    <a:pt x="30882" y="1912"/>
                    <a:pt x="31034" y="2034"/>
                    <a:pt x="31186" y="2155"/>
                  </a:cubicBezTo>
                  <a:cubicBezTo>
                    <a:pt x="31277" y="2247"/>
                    <a:pt x="31368" y="2368"/>
                    <a:pt x="31460" y="2459"/>
                  </a:cubicBezTo>
                  <a:cubicBezTo>
                    <a:pt x="31551" y="2550"/>
                    <a:pt x="31612" y="2611"/>
                    <a:pt x="31642" y="2672"/>
                  </a:cubicBezTo>
                  <a:cubicBezTo>
                    <a:pt x="31672" y="2672"/>
                    <a:pt x="31672" y="2702"/>
                    <a:pt x="31703" y="2733"/>
                  </a:cubicBezTo>
                  <a:cubicBezTo>
                    <a:pt x="31460" y="2338"/>
                    <a:pt x="31156" y="2003"/>
                    <a:pt x="30791" y="1730"/>
                  </a:cubicBezTo>
                  <a:cubicBezTo>
                    <a:pt x="29504" y="613"/>
                    <a:pt x="27868" y="0"/>
                    <a:pt x="2619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4877250" y="3795075"/>
              <a:ext cx="822225" cy="121500"/>
            </a:xfrm>
            <a:custGeom>
              <a:avLst/>
              <a:gdLst/>
              <a:ahLst/>
              <a:cxnLst/>
              <a:rect l="l" t="t" r="r" b="b"/>
              <a:pathLst>
                <a:path w="32889" h="4860" extrusionOk="0">
                  <a:moveTo>
                    <a:pt x="26801" y="0"/>
                  </a:moveTo>
                  <a:cubicBezTo>
                    <a:pt x="26713" y="0"/>
                    <a:pt x="26624" y="2"/>
                    <a:pt x="26536" y="5"/>
                  </a:cubicBezTo>
                  <a:cubicBezTo>
                    <a:pt x="25503" y="35"/>
                    <a:pt x="24500" y="217"/>
                    <a:pt x="23527" y="521"/>
                  </a:cubicBezTo>
                  <a:cubicBezTo>
                    <a:pt x="22433" y="856"/>
                    <a:pt x="21399" y="1281"/>
                    <a:pt x="20366" y="1768"/>
                  </a:cubicBezTo>
                  <a:cubicBezTo>
                    <a:pt x="19302" y="2254"/>
                    <a:pt x="18238" y="2801"/>
                    <a:pt x="17114" y="3287"/>
                  </a:cubicBezTo>
                  <a:cubicBezTo>
                    <a:pt x="15989" y="3774"/>
                    <a:pt x="14864" y="4169"/>
                    <a:pt x="13679" y="4412"/>
                  </a:cubicBezTo>
                  <a:cubicBezTo>
                    <a:pt x="12843" y="4598"/>
                    <a:pt x="11989" y="4677"/>
                    <a:pt x="11145" y="4677"/>
                  </a:cubicBezTo>
                  <a:cubicBezTo>
                    <a:pt x="10884" y="4677"/>
                    <a:pt x="10624" y="4670"/>
                    <a:pt x="10366" y="4655"/>
                  </a:cubicBezTo>
                  <a:cubicBezTo>
                    <a:pt x="8481" y="4503"/>
                    <a:pt x="6597" y="4078"/>
                    <a:pt x="4834" y="3409"/>
                  </a:cubicBezTo>
                  <a:cubicBezTo>
                    <a:pt x="3314" y="2862"/>
                    <a:pt x="2128" y="2345"/>
                    <a:pt x="1277" y="1950"/>
                  </a:cubicBezTo>
                  <a:lnTo>
                    <a:pt x="335" y="1524"/>
                  </a:lnTo>
                  <a:lnTo>
                    <a:pt x="92" y="1433"/>
                  </a:lnTo>
                  <a:cubicBezTo>
                    <a:pt x="62" y="1403"/>
                    <a:pt x="31" y="1403"/>
                    <a:pt x="1" y="1403"/>
                  </a:cubicBezTo>
                  <a:lnTo>
                    <a:pt x="62" y="1433"/>
                  </a:lnTo>
                  <a:lnTo>
                    <a:pt x="305" y="1555"/>
                  </a:lnTo>
                  <a:lnTo>
                    <a:pt x="1247" y="2011"/>
                  </a:lnTo>
                  <a:cubicBezTo>
                    <a:pt x="2068" y="2406"/>
                    <a:pt x="3284" y="2953"/>
                    <a:pt x="4803" y="3531"/>
                  </a:cubicBezTo>
                  <a:cubicBezTo>
                    <a:pt x="6566" y="4230"/>
                    <a:pt x="8451" y="4686"/>
                    <a:pt x="10366" y="4838"/>
                  </a:cubicBezTo>
                  <a:cubicBezTo>
                    <a:pt x="10639" y="4852"/>
                    <a:pt x="10911" y="4860"/>
                    <a:pt x="11184" y="4860"/>
                  </a:cubicBezTo>
                  <a:cubicBezTo>
                    <a:pt x="12036" y="4860"/>
                    <a:pt x="12888" y="4786"/>
                    <a:pt x="13740" y="4625"/>
                  </a:cubicBezTo>
                  <a:cubicBezTo>
                    <a:pt x="14895" y="4351"/>
                    <a:pt x="16050" y="3956"/>
                    <a:pt x="17144" y="3470"/>
                  </a:cubicBezTo>
                  <a:cubicBezTo>
                    <a:pt x="18299" y="2953"/>
                    <a:pt x="19363" y="2406"/>
                    <a:pt x="20427" y="1920"/>
                  </a:cubicBezTo>
                  <a:cubicBezTo>
                    <a:pt x="21430" y="1433"/>
                    <a:pt x="22463" y="1008"/>
                    <a:pt x="23527" y="673"/>
                  </a:cubicBezTo>
                  <a:cubicBezTo>
                    <a:pt x="24500" y="369"/>
                    <a:pt x="25503" y="187"/>
                    <a:pt x="26506" y="126"/>
                  </a:cubicBezTo>
                  <a:cubicBezTo>
                    <a:pt x="26594" y="123"/>
                    <a:pt x="26682" y="122"/>
                    <a:pt x="26770" y="122"/>
                  </a:cubicBezTo>
                  <a:cubicBezTo>
                    <a:pt x="27563" y="122"/>
                    <a:pt x="28351" y="245"/>
                    <a:pt x="29089" y="491"/>
                  </a:cubicBezTo>
                  <a:cubicBezTo>
                    <a:pt x="30336" y="856"/>
                    <a:pt x="31400" y="1585"/>
                    <a:pt x="32190" y="2619"/>
                  </a:cubicBezTo>
                  <a:cubicBezTo>
                    <a:pt x="32463" y="2983"/>
                    <a:pt x="32676" y="3409"/>
                    <a:pt x="32859" y="3834"/>
                  </a:cubicBezTo>
                  <a:cubicBezTo>
                    <a:pt x="32859" y="3804"/>
                    <a:pt x="32889" y="3804"/>
                    <a:pt x="32889" y="3774"/>
                  </a:cubicBezTo>
                  <a:cubicBezTo>
                    <a:pt x="32859" y="3713"/>
                    <a:pt x="32828" y="3622"/>
                    <a:pt x="32798" y="3500"/>
                  </a:cubicBezTo>
                  <a:cubicBezTo>
                    <a:pt x="32676" y="3196"/>
                    <a:pt x="32494" y="2862"/>
                    <a:pt x="32311" y="2588"/>
                  </a:cubicBezTo>
                  <a:cubicBezTo>
                    <a:pt x="31521" y="1524"/>
                    <a:pt x="30427" y="765"/>
                    <a:pt x="29181" y="369"/>
                  </a:cubicBezTo>
                  <a:cubicBezTo>
                    <a:pt x="28415" y="123"/>
                    <a:pt x="27599" y="0"/>
                    <a:pt x="268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4941100" y="3183475"/>
              <a:ext cx="490900" cy="796375"/>
            </a:xfrm>
            <a:custGeom>
              <a:avLst/>
              <a:gdLst/>
              <a:ahLst/>
              <a:cxnLst/>
              <a:rect l="l" t="t" r="r" b="b"/>
              <a:pathLst>
                <a:path w="19636" h="31855" extrusionOk="0">
                  <a:moveTo>
                    <a:pt x="17873" y="0"/>
                  </a:moveTo>
                  <a:cubicBezTo>
                    <a:pt x="14468" y="4742"/>
                    <a:pt x="11733" y="9909"/>
                    <a:pt x="9666" y="15380"/>
                  </a:cubicBezTo>
                  <a:cubicBezTo>
                    <a:pt x="8328" y="18967"/>
                    <a:pt x="7143" y="22888"/>
                    <a:pt x="4164" y="25289"/>
                  </a:cubicBezTo>
                  <a:cubicBezTo>
                    <a:pt x="3100" y="26140"/>
                    <a:pt x="1824" y="26779"/>
                    <a:pt x="1003" y="27873"/>
                  </a:cubicBezTo>
                  <a:cubicBezTo>
                    <a:pt x="182" y="28937"/>
                    <a:pt x="0" y="30730"/>
                    <a:pt x="1094" y="31551"/>
                  </a:cubicBezTo>
                  <a:lnTo>
                    <a:pt x="2067" y="31855"/>
                  </a:lnTo>
                  <a:lnTo>
                    <a:pt x="3131" y="31612"/>
                  </a:lnTo>
                  <a:cubicBezTo>
                    <a:pt x="6748" y="31490"/>
                    <a:pt x="10365" y="30274"/>
                    <a:pt x="13131" y="27934"/>
                  </a:cubicBezTo>
                  <a:cubicBezTo>
                    <a:pt x="16930" y="24742"/>
                    <a:pt x="18785" y="19727"/>
                    <a:pt x="19210" y="14772"/>
                  </a:cubicBezTo>
                  <a:cubicBezTo>
                    <a:pt x="19636" y="9818"/>
                    <a:pt x="18754" y="4894"/>
                    <a:pt x="17873" y="0"/>
                  </a:cubicBez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4279875" y="2937275"/>
              <a:ext cx="1135400" cy="1440600"/>
            </a:xfrm>
            <a:custGeom>
              <a:avLst/>
              <a:gdLst/>
              <a:ahLst/>
              <a:cxnLst/>
              <a:rect l="l" t="t" r="r" b="b"/>
              <a:pathLst>
                <a:path w="45416" h="57624" extrusionOk="0">
                  <a:moveTo>
                    <a:pt x="32042" y="0"/>
                  </a:moveTo>
                  <a:cubicBezTo>
                    <a:pt x="32042" y="0"/>
                    <a:pt x="31373" y="20304"/>
                    <a:pt x="28972" y="23374"/>
                  </a:cubicBezTo>
                  <a:cubicBezTo>
                    <a:pt x="26996" y="25927"/>
                    <a:pt x="15841" y="37235"/>
                    <a:pt x="11737" y="40821"/>
                  </a:cubicBezTo>
                  <a:cubicBezTo>
                    <a:pt x="10795" y="41612"/>
                    <a:pt x="9640" y="42159"/>
                    <a:pt x="8424" y="42371"/>
                  </a:cubicBezTo>
                  <a:cubicBezTo>
                    <a:pt x="8151" y="42402"/>
                    <a:pt x="7877" y="42432"/>
                    <a:pt x="7573" y="42493"/>
                  </a:cubicBezTo>
                  <a:cubicBezTo>
                    <a:pt x="7371" y="42513"/>
                    <a:pt x="7161" y="42523"/>
                    <a:pt x="6950" y="42523"/>
                  </a:cubicBezTo>
                  <a:cubicBezTo>
                    <a:pt x="6526" y="42523"/>
                    <a:pt x="6094" y="42483"/>
                    <a:pt x="5689" y="42402"/>
                  </a:cubicBezTo>
                  <a:cubicBezTo>
                    <a:pt x="4898" y="42250"/>
                    <a:pt x="4139" y="42007"/>
                    <a:pt x="3409" y="41672"/>
                  </a:cubicBezTo>
                  <a:cubicBezTo>
                    <a:pt x="3263" y="41582"/>
                    <a:pt x="3111" y="41543"/>
                    <a:pt x="2966" y="41543"/>
                  </a:cubicBezTo>
                  <a:cubicBezTo>
                    <a:pt x="2476" y="41543"/>
                    <a:pt x="2066" y="41994"/>
                    <a:pt x="2254" y="42463"/>
                  </a:cubicBezTo>
                  <a:cubicBezTo>
                    <a:pt x="2528" y="43071"/>
                    <a:pt x="4199" y="44195"/>
                    <a:pt x="6540" y="44469"/>
                  </a:cubicBezTo>
                  <a:cubicBezTo>
                    <a:pt x="8911" y="44773"/>
                    <a:pt x="5750" y="46748"/>
                    <a:pt x="4625" y="47478"/>
                  </a:cubicBezTo>
                  <a:cubicBezTo>
                    <a:pt x="3470" y="48207"/>
                    <a:pt x="96" y="50669"/>
                    <a:pt x="35" y="51217"/>
                  </a:cubicBezTo>
                  <a:cubicBezTo>
                    <a:pt x="0" y="51651"/>
                    <a:pt x="244" y="51917"/>
                    <a:pt x="669" y="51917"/>
                  </a:cubicBezTo>
                  <a:cubicBezTo>
                    <a:pt x="987" y="51917"/>
                    <a:pt x="1408" y="51768"/>
                    <a:pt x="1889" y="51429"/>
                  </a:cubicBezTo>
                  <a:cubicBezTo>
                    <a:pt x="2873" y="50765"/>
                    <a:pt x="5671" y="49100"/>
                    <a:pt x="6600" y="49100"/>
                  </a:cubicBezTo>
                  <a:cubicBezTo>
                    <a:pt x="6734" y="49100"/>
                    <a:pt x="6828" y="49134"/>
                    <a:pt x="6874" y="49210"/>
                  </a:cubicBezTo>
                  <a:cubicBezTo>
                    <a:pt x="7239" y="49849"/>
                    <a:pt x="1403" y="53527"/>
                    <a:pt x="1403" y="53527"/>
                  </a:cubicBezTo>
                  <a:cubicBezTo>
                    <a:pt x="1403" y="53527"/>
                    <a:pt x="66" y="54104"/>
                    <a:pt x="430" y="54834"/>
                  </a:cubicBezTo>
                  <a:cubicBezTo>
                    <a:pt x="521" y="55002"/>
                    <a:pt x="698" y="55076"/>
                    <a:pt x="940" y="55076"/>
                  </a:cubicBezTo>
                  <a:cubicBezTo>
                    <a:pt x="2570" y="55076"/>
                    <a:pt x="7127" y="51709"/>
                    <a:pt x="7604" y="51338"/>
                  </a:cubicBezTo>
                  <a:cubicBezTo>
                    <a:pt x="7669" y="51284"/>
                    <a:pt x="7736" y="51261"/>
                    <a:pt x="7802" y="51261"/>
                  </a:cubicBezTo>
                  <a:cubicBezTo>
                    <a:pt x="8102" y="51261"/>
                    <a:pt x="8343" y="51757"/>
                    <a:pt x="7968" y="52007"/>
                  </a:cubicBezTo>
                  <a:cubicBezTo>
                    <a:pt x="7543" y="52311"/>
                    <a:pt x="2072" y="55533"/>
                    <a:pt x="2801" y="56901"/>
                  </a:cubicBezTo>
                  <a:cubicBezTo>
                    <a:pt x="2856" y="57005"/>
                    <a:pt x="2951" y="57052"/>
                    <a:pt x="3077" y="57052"/>
                  </a:cubicBezTo>
                  <a:cubicBezTo>
                    <a:pt x="4198" y="57052"/>
                    <a:pt x="7845" y="53338"/>
                    <a:pt x="9184" y="53283"/>
                  </a:cubicBezTo>
                  <a:cubicBezTo>
                    <a:pt x="9191" y="53283"/>
                    <a:pt x="9198" y="53283"/>
                    <a:pt x="9205" y="53283"/>
                  </a:cubicBezTo>
                  <a:cubicBezTo>
                    <a:pt x="10655" y="53283"/>
                    <a:pt x="5540" y="56449"/>
                    <a:pt x="6114" y="57387"/>
                  </a:cubicBezTo>
                  <a:cubicBezTo>
                    <a:pt x="6188" y="57512"/>
                    <a:pt x="6257" y="57624"/>
                    <a:pt x="6427" y="57624"/>
                  </a:cubicBezTo>
                  <a:cubicBezTo>
                    <a:pt x="6752" y="57624"/>
                    <a:pt x="7441" y="57220"/>
                    <a:pt x="9215" y="55746"/>
                  </a:cubicBezTo>
                  <a:cubicBezTo>
                    <a:pt x="10522" y="54651"/>
                    <a:pt x="12619" y="52432"/>
                    <a:pt x="14503" y="50366"/>
                  </a:cubicBezTo>
                  <a:cubicBezTo>
                    <a:pt x="14534" y="50366"/>
                    <a:pt x="39793" y="35441"/>
                    <a:pt x="41890" y="28207"/>
                  </a:cubicBezTo>
                  <a:cubicBezTo>
                    <a:pt x="45173" y="16809"/>
                    <a:pt x="45416" y="2158"/>
                    <a:pt x="45416" y="2158"/>
                  </a:cubicBezTo>
                  <a:lnTo>
                    <a:pt x="32042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5022400" y="2602075"/>
              <a:ext cx="437725" cy="555575"/>
            </a:xfrm>
            <a:custGeom>
              <a:avLst/>
              <a:gdLst/>
              <a:ahLst/>
              <a:cxnLst/>
              <a:rect l="l" t="t" r="r" b="b"/>
              <a:pathLst>
                <a:path w="17509" h="22223" extrusionOk="0">
                  <a:moveTo>
                    <a:pt x="8914" y="1"/>
                  </a:moveTo>
                  <a:cubicBezTo>
                    <a:pt x="8397" y="1"/>
                    <a:pt x="7875" y="52"/>
                    <a:pt x="7356" y="156"/>
                  </a:cubicBezTo>
                  <a:cubicBezTo>
                    <a:pt x="1915" y="1311"/>
                    <a:pt x="639" y="7542"/>
                    <a:pt x="639" y="7542"/>
                  </a:cubicBezTo>
                  <a:lnTo>
                    <a:pt x="0" y="21645"/>
                  </a:lnTo>
                  <a:lnTo>
                    <a:pt x="16475" y="22223"/>
                  </a:lnTo>
                  <a:cubicBezTo>
                    <a:pt x="16475" y="22223"/>
                    <a:pt x="17113" y="19366"/>
                    <a:pt x="17387" y="10946"/>
                  </a:cubicBezTo>
                  <a:cubicBezTo>
                    <a:pt x="17508" y="6660"/>
                    <a:pt x="15958" y="3925"/>
                    <a:pt x="14408" y="2314"/>
                  </a:cubicBezTo>
                  <a:cubicBezTo>
                    <a:pt x="12951" y="808"/>
                    <a:pt x="10969" y="1"/>
                    <a:pt x="891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5022400" y="2602075"/>
              <a:ext cx="438475" cy="555575"/>
            </a:xfrm>
            <a:custGeom>
              <a:avLst/>
              <a:gdLst/>
              <a:ahLst/>
              <a:cxnLst/>
              <a:rect l="l" t="t" r="r" b="b"/>
              <a:pathLst>
                <a:path w="17539" h="22223" extrusionOk="0">
                  <a:moveTo>
                    <a:pt x="8914" y="1"/>
                  </a:moveTo>
                  <a:cubicBezTo>
                    <a:pt x="8397" y="1"/>
                    <a:pt x="7875" y="52"/>
                    <a:pt x="7356" y="156"/>
                  </a:cubicBezTo>
                  <a:cubicBezTo>
                    <a:pt x="1915" y="1311"/>
                    <a:pt x="669" y="7754"/>
                    <a:pt x="669" y="7754"/>
                  </a:cubicBezTo>
                  <a:lnTo>
                    <a:pt x="0" y="21645"/>
                  </a:lnTo>
                  <a:lnTo>
                    <a:pt x="16475" y="22223"/>
                  </a:lnTo>
                  <a:cubicBezTo>
                    <a:pt x="16475" y="22223"/>
                    <a:pt x="17144" y="19578"/>
                    <a:pt x="17417" y="11159"/>
                  </a:cubicBezTo>
                  <a:cubicBezTo>
                    <a:pt x="17539" y="6873"/>
                    <a:pt x="15958" y="3925"/>
                    <a:pt x="14408" y="2314"/>
                  </a:cubicBezTo>
                  <a:cubicBezTo>
                    <a:pt x="12951" y="808"/>
                    <a:pt x="10969" y="1"/>
                    <a:pt x="8914" y="1"/>
                  </a:cubicBez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5027725" y="2996550"/>
              <a:ext cx="421750" cy="71700"/>
            </a:xfrm>
            <a:custGeom>
              <a:avLst/>
              <a:gdLst/>
              <a:ahLst/>
              <a:cxnLst/>
              <a:rect l="l" t="t" r="r" b="b"/>
              <a:pathLst>
                <a:path w="16870" h="2868" extrusionOk="0">
                  <a:moveTo>
                    <a:pt x="12879" y="0"/>
                  </a:moveTo>
                  <a:cubicBezTo>
                    <a:pt x="12505" y="0"/>
                    <a:pt x="12132" y="32"/>
                    <a:pt x="11763" y="91"/>
                  </a:cubicBezTo>
                  <a:cubicBezTo>
                    <a:pt x="10608" y="334"/>
                    <a:pt x="9514" y="729"/>
                    <a:pt x="8450" y="1246"/>
                  </a:cubicBezTo>
                  <a:cubicBezTo>
                    <a:pt x="7417" y="1763"/>
                    <a:pt x="6322" y="2158"/>
                    <a:pt x="5228" y="2492"/>
                  </a:cubicBezTo>
                  <a:cubicBezTo>
                    <a:pt x="4590" y="2641"/>
                    <a:pt x="3922" y="2716"/>
                    <a:pt x="3266" y="2716"/>
                  </a:cubicBezTo>
                  <a:cubicBezTo>
                    <a:pt x="2984" y="2716"/>
                    <a:pt x="2705" y="2702"/>
                    <a:pt x="2432" y="2675"/>
                  </a:cubicBezTo>
                  <a:cubicBezTo>
                    <a:pt x="1793" y="2584"/>
                    <a:pt x="1186" y="2401"/>
                    <a:pt x="608" y="2128"/>
                  </a:cubicBezTo>
                  <a:cubicBezTo>
                    <a:pt x="213" y="1915"/>
                    <a:pt x="0" y="1763"/>
                    <a:pt x="0" y="1763"/>
                  </a:cubicBezTo>
                  <a:lnTo>
                    <a:pt x="0" y="1763"/>
                  </a:lnTo>
                  <a:cubicBezTo>
                    <a:pt x="31" y="1824"/>
                    <a:pt x="91" y="1854"/>
                    <a:pt x="152" y="1884"/>
                  </a:cubicBezTo>
                  <a:cubicBezTo>
                    <a:pt x="274" y="2006"/>
                    <a:pt x="426" y="2097"/>
                    <a:pt x="578" y="2188"/>
                  </a:cubicBezTo>
                  <a:cubicBezTo>
                    <a:pt x="1125" y="2523"/>
                    <a:pt x="1763" y="2705"/>
                    <a:pt x="2401" y="2796"/>
                  </a:cubicBezTo>
                  <a:cubicBezTo>
                    <a:pt x="2764" y="2843"/>
                    <a:pt x="3132" y="2867"/>
                    <a:pt x="3500" y="2867"/>
                  </a:cubicBezTo>
                  <a:cubicBezTo>
                    <a:pt x="4088" y="2867"/>
                    <a:pt x="4679" y="2806"/>
                    <a:pt x="5259" y="2675"/>
                  </a:cubicBezTo>
                  <a:cubicBezTo>
                    <a:pt x="6383" y="2340"/>
                    <a:pt x="7477" y="1945"/>
                    <a:pt x="8541" y="1428"/>
                  </a:cubicBezTo>
                  <a:cubicBezTo>
                    <a:pt x="9575" y="912"/>
                    <a:pt x="10669" y="547"/>
                    <a:pt x="11794" y="273"/>
                  </a:cubicBezTo>
                  <a:cubicBezTo>
                    <a:pt x="12197" y="195"/>
                    <a:pt x="12601" y="156"/>
                    <a:pt x="13003" y="156"/>
                  </a:cubicBezTo>
                  <a:cubicBezTo>
                    <a:pt x="13538" y="156"/>
                    <a:pt x="14069" y="226"/>
                    <a:pt x="14590" y="365"/>
                  </a:cubicBezTo>
                  <a:cubicBezTo>
                    <a:pt x="15198" y="517"/>
                    <a:pt x="15775" y="760"/>
                    <a:pt x="16323" y="1125"/>
                  </a:cubicBezTo>
                  <a:cubicBezTo>
                    <a:pt x="16661" y="1378"/>
                    <a:pt x="16842" y="1553"/>
                    <a:pt x="16867" y="1553"/>
                  </a:cubicBezTo>
                  <a:cubicBezTo>
                    <a:pt x="16869" y="1553"/>
                    <a:pt x="16870" y="1552"/>
                    <a:pt x="16870" y="1550"/>
                  </a:cubicBezTo>
                  <a:cubicBezTo>
                    <a:pt x="16839" y="1489"/>
                    <a:pt x="16779" y="1459"/>
                    <a:pt x="16748" y="1428"/>
                  </a:cubicBezTo>
                  <a:cubicBezTo>
                    <a:pt x="16627" y="1307"/>
                    <a:pt x="16505" y="1185"/>
                    <a:pt x="16353" y="1064"/>
                  </a:cubicBezTo>
                  <a:cubicBezTo>
                    <a:pt x="15836" y="669"/>
                    <a:pt x="15259" y="395"/>
                    <a:pt x="14620" y="243"/>
                  </a:cubicBezTo>
                  <a:cubicBezTo>
                    <a:pt x="14047" y="77"/>
                    <a:pt x="13462" y="0"/>
                    <a:pt x="1287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5069500" y="2721450"/>
              <a:ext cx="363275" cy="47425"/>
            </a:xfrm>
            <a:custGeom>
              <a:avLst/>
              <a:gdLst/>
              <a:ahLst/>
              <a:cxnLst/>
              <a:rect l="l" t="t" r="r" b="b"/>
              <a:pathLst>
                <a:path w="14531" h="1897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22"/>
                    <a:pt x="335" y="213"/>
                    <a:pt x="487" y="305"/>
                  </a:cubicBezTo>
                  <a:cubicBezTo>
                    <a:pt x="700" y="396"/>
                    <a:pt x="913" y="517"/>
                    <a:pt x="1126" y="609"/>
                  </a:cubicBezTo>
                  <a:cubicBezTo>
                    <a:pt x="1399" y="730"/>
                    <a:pt x="1673" y="852"/>
                    <a:pt x="1977" y="943"/>
                  </a:cubicBezTo>
                  <a:cubicBezTo>
                    <a:pt x="2736" y="1217"/>
                    <a:pt x="3496" y="1429"/>
                    <a:pt x="4287" y="1551"/>
                  </a:cubicBezTo>
                  <a:cubicBezTo>
                    <a:pt x="5229" y="1733"/>
                    <a:pt x="6202" y="1855"/>
                    <a:pt x="7174" y="1885"/>
                  </a:cubicBezTo>
                  <a:cubicBezTo>
                    <a:pt x="7404" y="1892"/>
                    <a:pt x="7633" y="1896"/>
                    <a:pt x="7863" y="1896"/>
                  </a:cubicBezTo>
                  <a:cubicBezTo>
                    <a:pt x="8606" y="1896"/>
                    <a:pt x="9349" y="1857"/>
                    <a:pt x="10092" y="1764"/>
                  </a:cubicBezTo>
                  <a:cubicBezTo>
                    <a:pt x="10883" y="1703"/>
                    <a:pt x="11673" y="1551"/>
                    <a:pt x="12463" y="1368"/>
                  </a:cubicBezTo>
                  <a:cubicBezTo>
                    <a:pt x="12767" y="1277"/>
                    <a:pt x="13071" y="1186"/>
                    <a:pt x="13345" y="1125"/>
                  </a:cubicBezTo>
                  <a:cubicBezTo>
                    <a:pt x="13618" y="1034"/>
                    <a:pt x="13801" y="973"/>
                    <a:pt x="13983" y="882"/>
                  </a:cubicBezTo>
                  <a:cubicBezTo>
                    <a:pt x="14165" y="821"/>
                    <a:pt x="14348" y="761"/>
                    <a:pt x="14530" y="669"/>
                  </a:cubicBezTo>
                  <a:lnTo>
                    <a:pt x="14530" y="669"/>
                  </a:lnTo>
                  <a:cubicBezTo>
                    <a:pt x="14317" y="700"/>
                    <a:pt x="14135" y="730"/>
                    <a:pt x="13953" y="821"/>
                  </a:cubicBezTo>
                  <a:cubicBezTo>
                    <a:pt x="13770" y="882"/>
                    <a:pt x="13557" y="913"/>
                    <a:pt x="13284" y="1004"/>
                  </a:cubicBezTo>
                  <a:cubicBezTo>
                    <a:pt x="13041" y="1065"/>
                    <a:pt x="12737" y="1156"/>
                    <a:pt x="12402" y="1217"/>
                  </a:cubicBezTo>
                  <a:cubicBezTo>
                    <a:pt x="11642" y="1399"/>
                    <a:pt x="10852" y="1520"/>
                    <a:pt x="10062" y="1581"/>
                  </a:cubicBezTo>
                  <a:cubicBezTo>
                    <a:pt x="9355" y="1650"/>
                    <a:pt x="8631" y="1684"/>
                    <a:pt x="7903" y="1684"/>
                  </a:cubicBezTo>
                  <a:cubicBezTo>
                    <a:pt x="7661" y="1684"/>
                    <a:pt x="7417" y="1680"/>
                    <a:pt x="7174" y="1672"/>
                  </a:cubicBezTo>
                  <a:cubicBezTo>
                    <a:pt x="6202" y="1642"/>
                    <a:pt x="5259" y="1551"/>
                    <a:pt x="4287" y="1399"/>
                  </a:cubicBezTo>
                  <a:cubicBezTo>
                    <a:pt x="3527" y="1247"/>
                    <a:pt x="2767" y="1065"/>
                    <a:pt x="2007" y="821"/>
                  </a:cubicBezTo>
                  <a:cubicBezTo>
                    <a:pt x="1733" y="730"/>
                    <a:pt x="1429" y="609"/>
                    <a:pt x="1156" y="487"/>
                  </a:cubicBezTo>
                  <a:cubicBezTo>
                    <a:pt x="943" y="426"/>
                    <a:pt x="730" y="335"/>
                    <a:pt x="548" y="213"/>
                  </a:cubicBezTo>
                  <a:cubicBezTo>
                    <a:pt x="366" y="122"/>
                    <a:pt x="183" y="6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4414225" y="1812650"/>
              <a:ext cx="663675" cy="367825"/>
            </a:xfrm>
            <a:custGeom>
              <a:avLst/>
              <a:gdLst/>
              <a:ahLst/>
              <a:cxnLst/>
              <a:rect l="l" t="t" r="r" b="b"/>
              <a:pathLst>
                <a:path w="26547" h="14713" extrusionOk="0">
                  <a:moveTo>
                    <a:pt x="7221" y="0"/>
                  </a:moveTo>
                  <a:cubicBezTo>
                    <a:pt x="2910" y="0"/>
                    <a:pt x="1" y="5060"/>
                    <a:pt x="2807" y="8875"/>
                  </a:cubicBezTo>
                  <a:cubicBezTo>
                    <a:pt x="3263" y="9574"/>
                    <a:pt x="3962" y="10061"/>
                    <a:pt x="4753" y="10304"/>
                  </a:cubicBezTo>
                  <a:lnTo>
                    <a:pt x="23020" y="13465"/>
                  </a:lnTo>
                  <a:cubicBezTo>
                    <a:pt x="22929" y="14175"/>
                    <a:pt x="23511" y="14713"/>
                    <a:pt x="24155" y="14713"/>
                  </a:cubicBezTo>
                  <a:cubicBezTo>
                    <a:pt x="24365" y="14713"/>
                    <a:pt x="24581" y="14656"/>
                    <a:pt x="24783" y="14529"/>
                  </a:cubicBezTo>
                  <a:cubicBezTo>
                    <a:pt x="25452" y="14042"/>
                    <a:pt x="25391" y="13009"/>
                    <a:pt x="25118" y="12249"/>
                  </a:cubicBezTo>
                  <a:cubicBezTo>
                    <a:pt x="24844" y="11489"/>
                    <a:pt x="24419" y="10638"/>
                    <a:pt x="24662" y="9848"/>
                  </a:cubicBezTo>
                  <a:cubicBezTo>
                    <a:pt x="24814" y="9209"/>
                    <a:pt x="25330" y="8784"/>
                    <a:pt x="25695" y="8267"/>
                  </a:cubicBezTo>
                  <a:cubicBezTo>
                    <a:pt x="26364" y="7325"/>
                    <a:pt x="26546" y="6170"/>
                    <a:pt x="26212" y="5106"/>
                  </a:cubicBezTo>
                  <a:cubicBezTo>
                    <a:pt x="25847" y="4012"/>
                    <a:pt x="24905" y="3252"/>
                    <a:pt x="23780" y="3070"/>
                  </a:cubicBezTo>
                  <a:cubicBezTo>
                    <a:pt x="23656" y="3056"/>
                    <a:pt x="23530" y="3050"/>
                    <a:pt x="23402" y="3050"/>
                  </a:cubicBezTo>
                  <a:cubicBezTo>
                    <a:pt x="22854" y="3050"/>
                    <a:pt x="22277" y="3153"/>
                    <a:pt x="21730" y="3153"/>
                  </a:cubicBezTo>
                  <a:cubicBezTo>
                    <a:pt x="21277" y="3153"/>
                    <a:pt x="20845" y="3083"/>
                    <a:pt x="20467" y="2826"/>
                  </a:cubicBezTo>
                  <a:cubicBezTo>
                    <a:pt x="19798" y="2340"/>
                    <a:pt x="19616" y="1428"/>
                    <a:pt x="19069" y="820"/>
                  </a:cubicBezTo>
                  <a:cubicBezTo>
                    <a:pt x="18569" y="285"/>
                    <a:pt x="17838" y="85"/>
                    <a:pt x="17074" y="85"/>
                  </a:cubicBezTo>
                  <a:cubicBezTo>
                    <a:pt x="16537" y="85"/>
                    <a:pt x="15984" y="183"/>
                    <a:pt x="15482" y="334"/>
                  </a:cubicBezTo>
                  <a:cubicBezTo>
                    <a:pt x="14353" y="673"/>
                    <a:pt x="13251" y="1195"/>
                    <a:pt x="12077" y="1195"/>
                  </a:cubicBezTo>
                  <a:cubicBezTo>
                    <a:pt x="11987" y="1195"/>
                    <a:pt x="11896" y="1192"/>
                    <a:pt x="11804" y="1185"/>
                  </a:cubicBezTo>
                  <a:cubicBezTo>
                    <a:pt x="10740" y="1094"/>
                    <a:pt x="9798" y="516"/>
                    <a:pt x="8765" y="212"/>
                  </a:cubicBezTo>
                  <a:cubicBezTo>
                    <a:pt x="8236" y="68"/>
                    <a:pt x="7719" y="0"/>
                    <a:pt x="72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4542900" y="1931450"/>
              <a:ext cx="538025" cy="816075"/>
            </a:xfrm>
            <a:custGeom>
              <a:avLst/>
              <a:gdLst/>
              <a:ahLst/>
              <a:cxnLst/>
              <a:rect l="l" t="t" r="r" b="b"/>
              <a:pathLst>
                <a:path w="21521" h="32643" extrusionOk="0">
                  <a:moveTo>
                    <a:pt x="8752" y="1"/>
                  </a:moveTo>
                  <a:cubicBezTo>
                    <a:pt x="5685" y="1"/>
                    <a:pt x="2654" y="799"/>
                    <a:pt x="1" y="2512"/>
                  </a:cubicBezTo>
                  <a:lnTo>
                    <a:pt x="61" y="3181"/>
                  </a:lnTo>
                  <a:cubicBezTo>
                    <a:pt x="61" y="3181"/>
                    <a:pt x="1065" y="14062"/>
                    <a:pt x="1976" y="18987"/>
                  </a:cubicBezTo>
                  <a:cubicBezTo>
                    <a:pt x="2866" y="23822"/>
                    <a:pt x="7724" y="23880"/>
                    <a:pt x="7956" y="23880"/>
                  </a:cubicBezTo>
                  <a:cubicBezTo>
                    <a:pt x="7961" y="23880"/>
                    <a:pt x="7964" y="23880"/>
                    <a:pt x="7964" y="23880"/>
                  </a:cubicBezTo>
                  <a:cubicBezTo>
                    <a:pt x="7964" y="23880"/>
                    <a:pt x="8268" y="25522"/>
                    <a:pt x="8633" y="27467"/>
                  </a:cubicBezTo>
                  <a:cubicBezTo>
                    <a:pt x="9201" y="30524"/>
                    <a:pt x="11864" y="32642"/>
                    <a:pt x="14865" y="32642"/>
                  </a:cubicBezTo>
                  <a:cubicBezTo>
                    <a:pt x="15236" y="32642"/>
                    <a:pt x="15611" y="32610"/>
                    <a:pt x="15989" y="32543"/>
                  </a:cubicBezTo>
                  <a:cubicBezTo>
                    <a:pt x="19272" y="31935"/>
                    <a:pt x="21521" y="28926"/>
                    <a:pt x="21156" y="25613"/>
                  </a:cubicBezTo>
                  <a:lnTo>
                    <a:pt x="17934" y="3302"/>
                  </a:lnTo>
                  <a:lnTo>
                    <a:pt x="17752" y="2299"/>
                  </a:lnTo>
                  <a:cubicBezTo>
                    <a:pt x="14949" y="806"/>
                    <a:pt x="11833" y="1"/>
                    <a:pt x="8752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4724525" y="2312625"/>
              <a:ext cx="93475" cy="53875"/>
            </a:xfrm>
            <a:custGeom>
              <a:avLst/>
              <a:gdLst/>
              <a:ahLst/>
              <a:cxnLst/>
              <a:rect l="l" t="t" r="r" b="b"/>
              <a:pathLst>
                <a:path w="3739" h="2155" extrusionOk="0">
                  <a:moveTo>
                    <a:pt x="3192" y="1"/>
                  </a:moveTo>
                  <a:lnTo>
                    <a:pt x="0" y="1521"/>
                  </a:lnTo>
                  <a:cubicBezTo>
                    <a:pt x="380" y="1938"/>
                    <a:pt x="901" y="2154"/>
                    <a:pt x="1424" y="2154"/>
                  </a:cubicBezTo>
                  <a:cubicBezTo>
                    <a:pt x="1739" y="2154"/>
                    <a:pt x="2055" y="2076"/>
                    <a:pt x="2341" y="1916"/>
                  </a:cubicBezTo>
                  <a:cubicBezTo>
                    <a:pt x="3739" y="1095"/>
                    <a:pt x="3192" y="1"/>
                    <a:pt x="3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4742000" y="2453225"/>
              <a:ext cx="153525" cy="105650"/>
            </a:xfrm>
            <a:custGeom>
              <a:avLst/>
              <a:gdLst/>
              <a:ahLst/>
              <a:cxnLst/>
              <a:rect l="l" t="t" r="r" b="b"/>
              <a:pathLst>
                <a:path w="6141" h="4226" extrusionOk="0">
                  <a:moveTo>
                    <a:pt x="6140" y="0"/>
                  </a:moveTo>
                  <a:cubicBezTo>
                    <a:pt x="4408" y="1550"/>
                    <a:pt x="2280" y="2584"/>
                    <a:pt x="0" y="2918"/>
                  </a:cubicBezTo>
                  <a:lnTo>
                    <a:pt x="183" y="4225"/>
                  </a:lnTo>
                  <a:cubicBezTo>
                    <a:pt x="5228" y="3830"/>
                    <a:pt x="6140" y="0"/>
                    <a:pt x="614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4984400" y="2094875"/>
              <a:ext cx="108250" cy="165550"/>
            </a:xfrm>
            <a:custGeom>
              <a:avLst/>
              <a:gdLst/>
              <a:ahLst/>
              <a:cxnLst/>
              <a:rect l="l" t="t" r="r" b="b"/>
              <a:pathLst>
                <a:path w="4330" h="6622" extrusionOk="0">
                  <a:moveTo>
                    <a:pt x="1351" y="1"/>
                  </a:moveTo>
                  <a:cubicBezTo>
                    <a:pt x="886" y="1"/>
                    <a:pt x="545" y="91"/>
                    <a:pt x="517" y="109"/>
                  </a:cubicBezTo>
                  <a:cubicBezTo>
                    <a:pt x="517" y="109"/>
                    <a:pt x="1" y="6218"/>
                    <a:pt x="1" y="6340"/>
                  </a:cubicBezTo>
                  <a:cubicBezTo>
                    <a:pt x="13" y="6388"/>
                    <a:pt x="699" y="6621"/>
                    <a:pt x="1517" y="6621"/>
                  </a:cubicBezTo>
                  <a:cubicBezTo>
                    <a:pt x="2768" y="6621"/>
                    <a:pt x="4330" y="6075"/>
                    <a:pt x="4256" y="3483"/>
                  </a:cubicBezTo>
                  <a:cubicBezTo>
                    <a:pt x="4192" y="486"/>
                    <a:pt x="2434" y="1"/>
                    <a:pt x="1351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5016325" y="2130075"/>
              <a:ext cx="47125" cy="93675"/>
            </a:xfrm>
            <a:custGeom>
              <a:avLst/>
              <a:gdLst/>
              <a:ahLst/>
              <a:cxnLst/>
              <a:rect l="l" t="t" r="r" b="b"/>
              <a:pathLst>
                <a:path w="1885" h="3747" extrusionOk="0">
                  <a:moveTo>
                    <a:pt x="712" y="0"/>
                  </a:moveTo>
                  <a:cubicBezTo>
                    <a:pt x="595" y="0"/>
                    <a:pt x="495" y="54"/>
                    <a:pt x="395" y="130"/>
                  </a:cubicBezTo>
                  <a:cubicBezTo>
                    <a:pt x="304" y="190"/>
                    <a:pt x="243" y="281"/>
                    <a:pt x="243" y="403"/>
                  </a:cubicBezTo>
                  <a:cubicBezTo>
                    <a:pt x="213" y="585"/>
                    <a:pt x="274" y="646"/>
                    <a:pt x="304" y="646"/>
                  </a:cubicBezTo>
                  <a:cubicBezTo>
                    <a:pt x="304" y="646"/>
                    <a:pt x="274" y="555"/>
                    <a:pt x="335" y="433"/>
                  </a:cubicBezTo>
                  <a:cubicBezTo>
                    <a:pt x="407" y="289"/>
                    <a:pt x="536" y="202"/>
                    <a:pt x="677" y="202"/>
                  </a:cubicBezTo>
                  <a:cubicBezTo>
                    <a:pt x="714" y="202"/>
                    <a:pt x="752" y="208"/>
                    <a:pt x="790" y="221"/>
                  </a:cubicBezTo>
                  <a:cubicBezTo>
                    <a:pt x="1034" y="281"/>
                    <a:pt x="1277" y="494"/>
                    <a:pt x="1368" y="768"/>
                  </a:cubicBezTo>
                  <a:cubicBezTo>
                    <a:pt x="1520" y="1102"/>
                    <a:pt x="1581" y="1467"/>
                    <a:pt x="1581" y="1832"/>
                  </a:cubicBezTo>
                  <a:cubicBezTo>
                    <a:pt x="1581" y="2592"/>
                    <a:pt x="1216" y="3321"/>
                    <a:pt x="790" y="3503"/>
                  </a:cubicBezTo>
                  <a:cubicBezTo>
                    <a:pt x="699" y="3534"/>
                    <a:pt x="601" y="3549"/>
                    <a:pt x="502" y="3549"/>
                  </a:cubicBezTo>
                  <a:cubicBezTo>
                    <a:pt x="403" y="3549"/>
                    <a:pt x="304" y="3534"/>
                    <a:pt x="213" y="3503"/>
                  </a:cubicBezTo>
                  <a:cubicBezTo>
                    <a:pt x="91" y="3443"/>
                    <a:pt x="31" y="3412"/>
                    <a:pt x="31" y="3412"/>
                  </a:cubicBezTo>
                  <a:cubicBezTo>
                    <a:pt x="0" y="3412"/>
                    <a:pt x="31" y="3503"/>
                    <a:pt x="183" y="3625"/>
                  </a:cubicBezTo>
                  <a:cubicBezTo>
                    <a:pt x="304" y="3706"/>
                    <a:pt x="453" y="3747"/>
                    <a:pt x="610" y="3747"/>
                  </a:cubicBezTo>
                  <a:cubicBezTo>
                    <a:pt x="689" y="3747"/>
                    <a:pt x="770" y="3736"/>
                    <a:pt x="851" y="3716"/>
                  </a:cubicBezTo>
                  <a:cubicBezTo>
                    <a:pt x="1459" y="3503"/>
                    <a:pt x="1885" y="2683"/>
                    <a:pt x="1885" y="1832"/>
                  </a:cubicBezTo>
                  <a:cubicBezTo>
                    <a:pt x="1885" y="1406"/>
                    <a:pt x="1794" y="1011"/>
                    <a:pt x="1611" y="646"/>
                  </a:cubicBezTo>
                  <a:cubicBezTo>
                    <a:pt x="1459" y="312"/>
                    <a:pt x="1155" y="69"/>
                    <a:pt x="790" y="8"/>
                  </a:cubicBezTo>
                  <a:cubicBezTo>
                    <a:pt x="764" y="3"/>
                    <a:pt x="738" y="0"/>
                    <a:pt x="712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4507950" y="1900025"/>
              <a:ext cx="545625" cy="277350"/>
            </a:xfrm>
            <a:custGeom>
              <a:avLst/>
              <a:gdLst/>
              <a:ahLst/>
              <a:cxnLst/>
              <a:rect l="l" t="t" r="r" b="b"/>
              <a:pathLst>
                <a:path w="21825" h="11094" extrusionOk="0">
                  <a:moveTo>
                    <a:pt x="8937" y="0"/>
                  </a:moveTo>
                  <a:lnTo>
                    <a:pt x="3101" y="1459"/>
                  </a:lnTo>
                  <a:lnTo>
                    <a:pt x="0" y="3952"/>
                  </a:lnTo>
                  <a:lnTo>
                    <a:pt x="608" y="6657"/>
                  </a:lnTo>
                  <a:cubicBezTo>
                    <a:pt x="608" y="6657"/>
                    <a:pt x="1273" y="6872"/>
                    <a:pt x="2343" y="6872"/>
                  </a:cubicBezTo>
                  <a:cubicBezTo>
                    <a:pt x="3616" y="6872"/>
                    <a:pt x="5465" y="6567"/>
                    <a:pt x="7447" y="5228"/>
                  </a:cubicBezTo>
                  <a:cubicBezTo>
                    <a:pt x="9456" y="3837"/>
                    <a:pt x="11858" y="2883"/>
                    <a:pt x="12989" y="2883"/>
                  </a:cubicBezTo>
                  <a:cubicBezTo>
                    <a:pt x="13192" y="2883"/>
                    <a:pt x="13354" y="2914"/>
                    <a:pt x="13466" y="2979"/>
                  </a:cubicBezTo>
                  <a:cubicBezTo>
                    <a:pt x="14195" y="3374"/>
                    <a:pt x="14682" y="6018"/>
                    <a:pt x="17326" y="6444"/>
                  </a:cubicBezTo>
                  <a:cubicBezTo>
                    <a:pt x="17326" y="6444"/>
                    <a:pt x="17799" y="11093"/>
                    <a:pt x="19598" y="11093"/>
                  </a:cubicBezTo>
                  <a:cubicBezTo>
                    <a:pt x="19679" y="11093"/>
                    <a:pt x="19763" y="11084"/>
                    <a:pt x="19849" y="11064"/>
                  </a:cubicBezTo>
                  <a:cubicBezTo>
                    <a:pt x="21825" y="10608"/>
                    <a:pt x="19515" y="2948"/>
                    <a:pt x="19515" y="2948"/>
                  </a:cubicBezTo>
                  <a:lnTo>
                    <a:pt x="14438" y="274"/>
                  </a:lnTo>
                  <a:lnTo>
                    <a:pt x="893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4941100" y="1866825"/>
              <a:ext cx="49400" cy="27900"/>
            </a:xfrm>
            <a:custGeom>
              <a:avLst/>
              <a:gdLst/>
              <a:ahLst/>
              <a:cxnLst/>
              <a:rect l="l" t="t" r="r" b="b"/>
              <a:pathLst>
                <a:path w="1976" h="1116" extrusionOk="0">
                  <a:moveTo>
                    <a:pt x="1689" y="1"/>
                  </a:moveTo>
                  <a:cubicBezTo>
                    <a:pt x="952" y="1"/>
                    <a:pt x="296" y="415"/>
                    <a:pt x="0" y="1115"/>
                  </a:cubicBezTo>
                  <a:cubicBezTo>
                    <a:pt x="517" y="538"/>
                    <a:pt x="1216" y="143"/>
                    <a:pt x="1976" y="21"/>
                  </a:cubicBezTo>
                  <a:cubicBezTo>
                    <a:pt x="1879" y="7"/>
                    <a:pt x="1784" y="1"/>
                    <a:pt x="16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4929700" y="1824775"/>
              <a:ext cx="10650" cy="78300"/>
            </a:xfrm>
            <a:custGeom>
              <a:avLst/>
              <a:gdLst/>
              <a:ahLst/>
              <a:cxnLst/>
              <a:rect l="l" t="t" r="r" b="b"/>
              <a:pathLst>
                <a:path w="426" h="3132" extrusionOk="0">
                  <a:moveTo>
                    <a:pt x="91" y="1"/>
                  </a:moveTo>
                  <a:lnTo>
                    <a:pt x="91" y="1"/>
                  </a:lnTo>
                  <a:cubicBezTo>
                    <a:pt x="30" y="31"/>
                    <a:pt x="213" y="730"/>
                    <a:pt x="213" y="1581"/>
                  </a:cubicBezTo>
                  <a:cubicBezTo>
                    <a:pt x="182" y="2098"/>
                    <a:pt x="122" y="2615"/>
                    <a:pt x="0" y="3132"/>
                  </a:cubicBezTo>
                  <a:cubicBezTo>
                    <a:pt x="91" y="3010"/>
                    <a:pt x="182" y="2858"/>
                    <a:pt x="243" y="2706"/>
                  </a:cubicBezTo>
                  <a:cubicBezTo>
                    <a:pt x="365" y="2341"/>
                    <a:pt x="426" y="1946"/>
                    <a:pt x="426" y="1581"/>
                  </a:cubicBezTo>
                  <a:cubicBezTo>
                    <a:pt x="426" y="1034"/>
                    <a:pt x="304" y="487"/>
                    <a:pt x="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4582425" y="2173525"/>
              <a:ext cx="36500" cy="35025"/>
            </a:xfrm>
            <a:custGeom>
              <a:avLst/>
              <a:gdLst/>
              <a:ahLst/>
              <a:cxnLst/>
              <a:rect l="l" t="t" r="r" b="b"/>
              <a:pathLst>
                <a:path w="1460" h="1401" extrusionOk="0">
                  <a:moveTo>
                    <a:pt x="680" y="1"/>
                  </a:moveTo>
                  <a:cubicBezTo>
                    <a:pt x="307" y="1"/>
                    <a:pt x="0" y="323"/>
                    <a:pt x="0" y="702"/>
                  </a:cubicBezTo>
                  <a:cubicBezTo>
                    <a:pt x="0" y="1097"/>
                    <a:pt x="365" y="1401"/>
                    <a:pt x="760" y="1401"/>
                  </a:cubicBezTo>
                  <a:cubicBezTo>
                    <a:pt x="1155" y="1401"/>
                    <a:pt x="1459" y="1097"/>
                    <a:pt x="1459" y="702"/>
                  </a:cubicBezTo>
                  <a:cubicBezTo>
                    <a:pt x="1459" y="306"/>
                    <a:pt x="1125" y="2"/>
                    <a:pt x="730" y="2"/>
                  </a:cubicBezTo>
                  <a:cubicBezTo>
                    <a:pt x="713" y="1"/>
                    <a:pt x="696" y="1"/>
                    <a:pt x="6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4580900" y="2155975"/>
              <a:ext cx="73725" cy="21725"/>
            </a:xfrm>
            <a:custGeom>
              <a:avLst/>
              <a:gdLst/>
              <a:ahLst/>
              <a:cxnLst/>
              <a:rect l="l" t="t" r="r" b="b"/>
              <a:pathLst>
                <a:path w="2949" h="869" extrusionOk="0">
                  <a:moveTo>
                    <a:pt x="1528" y="1"/>
                  </a:moveTo>
                  <a:cubicBezTo>
                    <a:pt x="1485" y="1"/>
                    <a:pt x="1442" y="2"/>
                    <a:pt x="1399" y="5"/>
                  </a:cubicBezTo>
                  <a:cubicBezTo>
                    <a:pt x="1004" y="36"/>
                    <a:pt x="608" y="188"/>
                    <a:pt x="304" y="431"/>
                  </a:cubicBezTo>
                  <a:cubicBezTo>
                    <a:pt x="61" y="644"/>
                    <a:pt x="0" y="796"/>
                    <a:pt x="31" y="856"/>
                  </a:cubicBezTo>
                  <a:cubicBezTo>
                    <a:pt x="39" y="865"/>
                    <a:pt x="51" y="868"/>
                    <a:pt x="67" y="868"/>
                  </a:cubicBezTo>
                  <a:cubicBezTo>
                    <a:pt x="223" y="868"/>
                    <a:pt x="738" y="489"/>
                    <a:pt x="1429" y="461"/>
                  </a:cubicBezTo>
                  <a:cubicBezTo>
                    <a:pt x="1461" y="460"/>
                    <a:pt x="1492" y="460"/>
                    <a:pt x="1523" y="460"/>
                  </a:cubicBezTo>
                  <a:cubicBezTo>
                    <a:pt x="2181" y="460"/>
                    <a:pt x="2696" y="719"/>
                    <a:pt x="2848" y="719"/>
                  </a:cubicBezTo>
                  <a:cubicBezTo>
                    <a:pt x="2868" y="719"/>
                    <a:pt x="2881" y="715"/>
                    <a:pt x="2888" y="704"/>
                  </a:cubicBezTo>
                  <a:cubicBezTo>
                    <a:pt x="2949" y="644"/>
                    <a:pt x="2827" y="492"/>
                    <a:pt x="2584" y="309"/>
                  </a:cubicBezTo>
                  <a:cubicBezTo>
                    <a:pt x="2257" y="118"/>
                    <a:pt x="1905" y="1"/>
                    <a:pt x="15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4773900" y="2162875"/>
              <a:ext cx="37275" cy="35050"/>
            </a:xfrm>
            <a:custGeom>
              <a:avLst/>
              <a:gdLst/>
              <a:ahLst/>
              <a:cxnLst/>
              <a:rect l="l" t="t" r="r" b="b"/>
              <a:pathLst>
                <a:path w="1491" h="1402" extrusionOk="0">
                  <a:moveTo>
                    <a:pt x="781" y="1"/>
                  </a:moveTo>
                  <a:cubicBezTo>
                    <a:pt x="764" y="1"/>
                    <a:pt x="747" y="2"/>
                    <a:pt x="730" y="3"/>
                  </a:cubicBezTo>
                  <a:cubicBezTo>
                    <a:pt x="335" y="3"/>
                    <a:pt x="1" y="337"/>
                    <a:pt x="31" y="732"/>
                  </a:cubicBezTo>
                  <a:cubicBezTo>
                    <a:pt x="62" y="1128"/>
                    <a:pt x="396" y="1401"/>
                    <a:pt x="791" y="1401"/>
                  </a:cubicBezTo>
                  <a:cubicBezTo>
                    <a:pt x="1186" y="1371"/>
                    <a:pt x="1490" y="1067"/>
                    <a:pt x="1490" y="672"/>
                  </a:cubicBezTo>
                  <a:cubicBezTo>
                    <a:pt x="1432" y="295"/>
                    <a:pt x="1126" y="1"/>
                    <a:pt x="7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4767825" y="2143750"/>
              <a:ext cx="74500" cy="23300"/>
            </a:xfrm>
            <a:custGeom>
              <a:avLst/>
              <a:gdLst/>
              <a:ahLst/>
              <a:cxnLst/>
              <a:rect l="l" t="t" r="r" b="b"/>
              <a:pathLst>
                <a:path w="2980" h="932" extrusionOk="0">
                  <a:moveTo>
                    <a:pt x="1568" y="1"/>
                  </a:moveTo>
                  <a:cubicBezTo>
                    <a:pt x="1503" y="1"/>
                    <a:pt x="1436" y="3"/>
                    <a:pt x="1369" y="8"/>
                  </a:cubicBezTo>
                  <a:cubicBezTo>
                    <a:pt x="973" y="38"/>
                    <a:pt x="578" y="221"/>
                    <a:pt x="274" y="494"/>
                  </a:cubicBezTo>
                  <a:cubicBezTo>
                    <a:pt x="92" y="707"/>
                    <a:pt x="1" y="890"/>
                    <a:pt x="62" y="920"/>
                  </a:cubicBezTo>
                  <a:cubicBezTo>
                    <a:pt x="70" y="928"/>
                    <a:pt x="81" y="932"/>
                    <a:pt x="96" y="932"/>
                  </a:cubicBezTo>
                  <a:cubicBezTo>
                    <a:pt x="248" y="932"/>
                    <a:pt x="738" y="547"/>
                    <a:pt x="1429" y="464"/>
                  </a:cubicBezTo>
                  <a:cubicBezTo>
                    <a:pt x="1496" y="459"/>
                    <a:pt x="1561" y="457"/>
                    <a:pt x="1625" y="457"/>
                  </a:cubicBezTo>
                  <a:cubicBezTo>
                    <a:pt x="2226" y="457"/>
                    <a:pt x="2693" y="662"/>
                    <a:pt x="2843" y="662"/>
                  </a:cubicBezTo>
                  <a:cubicBezTo>
                    <a:pt x="2866" y="662"/>
                    <a:pt x="2881" y="657"/>
                    <a:pt x="2888" y="646"/>
                  </a:cubicBezTo>
                  <a:cubicBezTo>
                    <a:pt x="2980" y="525"/>
                    <a:pt x="2828" y="434"/>
                    <a:pt x="2554" y="251"/>
                  </a:cubicBezTo>
                  <a:cubicBezTo>
                    <a:pt x="2247" y="72"/>
                    <a:pt x="1918" y="1"/>
                    <a:pt x="15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4660675" y="2155325"/>
              <a:ext cx="51700" cy="165900"/>
            </a:xfrm>
            <a:custGeom>
              <a:avLst/>
              <a:gdLst/>
              <a:ahLst/>
              <a:cxnLst/>
              <a:rect l="l" t="t" r="r" b="b"/>
              <a:pathLst>
                <a:path w="2068" h="6636" extrusionOk="0">
                  <a:moveTo>
                    <a:pt x="1792" y="1"/>
                  </a:moveTo>
                  <a:cubicBezTo>
                    <a:pt x="1694" y="1"/>
                    <a:pt x="1151" y="1782"/>
                    <a:pt x="548" y="3983"/>
                  </a:cubicBezTo>
                  <a:cubicBezTo>
                    <a:pt x="396" y="4560"/>
                    <a:pt x="244" y="5077"/>
                    <a:pt x="123" y="5563"/>
                  </a:cubicBezTo>
                  <a:cubicBezTo>
                    <a:pt x="1" y="5837"/>
                    <a:pt x="1" y="6111"/>
                    <a:pt x="92" y="6354"/>
                  </a:cubicBezTo>
                  <a:cubicBezTo>
                    <a:pt x="153" y="6506"/>
                    <a:pt x="305" y="6597"/>
                    <a:pt x="457" y="6627"/>
                  </a:cubicBezTo>
                  <a:lnTo>
                    <a:pt x="791" y="6627"/>
                  </a:lnTo>
                  <a:cubicBezTo>
                    <a:pt x="867" y="6633"/>
                    <a:pt x="942" y="6635"/>
                    <a:pt x="1017" y="6635"/>
                  </a:cubicBezTo>
                  <a:cubicBezTo>
                    <a:pt x="1368" y="6635"/>
                    <a:pt x="1718" y="6581"/>
                    <a:pt x="2068" y="6506"/>
                  </a:cubicBezTo>
                  <a:cubicBezTo>
                    <a:pt x="1749" y="6437"/>
                    <a:pt x="1430" y="6403"/>
                    <a:pt x="1110" y="6403"/>
                  </a:cubicBezTo>
                  <a:cubicBezTo>
                    <a:pt x="1004" y="6403"/>
                    <a:pt x="898" y="6407"/>
                    <a:pt x="791" y="6414"/>
                  </a:cubicBezTo>
                  <a:cubicBezTo>
                    <a:pt x="579" y="6414"/>
                    <a:pt x="427" y="6384"/>
                    <a:pt x="366" y="6262"/>
                  </a:cubicBezTo>
                  <a:cubicBezTo>
                    <a:pt x="305" y="6050"/>
                    <a:pt x="335" y="5837"/>
                    <a:pt x="427" y="5655"/>
                  </a:cubicBezTo>
                  <a:cubicBezTo>
                    <a:pt x="579" y="5168"/>
                    <a:pt x="700" y="4621"/>
                    <a:pt x="882" y="4074"/>
                  </a:cubicBezTo>
                  <a:cubicBezTo>
                    <a:pt x="1490" y="1855"/>
                    <a:pt x="1886" y="1"/>
                    <a:pt x="1794" y="1"/>
                  </a:cubicBezTo>
                  <a:cubicBezTo>
                    <a:pt x="1794" y="1"/>
                    <a:pt x="1793" y="1"/>
                    <a:pt x="17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4756425" y="2089975"/>
              <a:ext cx="91225" cy="22325"/>
            </a:xfrm>
            <a:custGeom>
              <a:avLst/>
              <a:gdLst/>
              <a:ahLst/>
              <a:cxnLst/>
              <a:rect l="l" t="t" r="r" b="b"/>
              <a:pathLst>
                <a:path w="3649" h="893" extrusionOk="0">
                  <a:moveTo>
                    <a:pt x="1786" y="1"/>
                  </a:moveTo>
                  <a:cubicBezTo>
                    <a:pt x="1335" y="1"/>
                    <a:pt x="882" y="100"/>
                    <a:pt x="457" y="305"/>
                  </a:cubicBezTo>
                  <a:cubicBezTo>
                    <a:pt x="153" y="457"/>
                    <a:pt x="1" y="639"/>
                    <a:pt x="31" y="761"/>
                  </a:cubicBezTo>
                  <a:cubicBezTo>
                    <a:pt x="65" y="829"/>
                    <a:pt x="198" y="851"/>
                    <a:pt x="398" y="851"/>
                  </a:cubicBezTo>
                  <a:cubicBezTo>
                    <a:pt x="732" y="851"/>
                    <a:pt x="1255" y="791"/>
                    <a:pt x="1825" y="791"/>
                  </a:cubicBezTo>
                  <a:cubicBezTo>
                    <a:pt x="2410" y="811"/>
                    <a:pt x="2933" y="893"/>
                    <a:pt x="3264" y="893"/>
                  </a:cubicBezTo>
                  <a:cubicBezTo>
                    <a:pt x="3449" y="893"/>
                    <a:pt x="3574" y="867"/>
                    <a:pt x="3618" y="791"/>
                  </a:cubicBezTo>
                  <a:cubicBezTo>
                    <a:pt x="3648" y="700"/>
                    <a:pt x="3527" y="518"/>
                    <a:pt x="3192" y="335"/>
                  </a:cubicBezTo>
                  <a:cubicBezTo>
                    <a:pt x="2752" y="115"/>
                    <a:pt x="2270" y="1"/>
                    <a:pt x="17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4577100" y="2101025"/>
              <a:ext cx="69175" cy="25175"/>
            </a:xfrm>
            <a:custGeom>
              <a:avLst/>
              <a:gdLst/>
              <a:ahLst/>
              <a:cxnLst/>
              <a:rect l="l" t="t" r="r" b="b"/>
              <a:pathLst>
                <a:path w="2767" h="1007" extrusionOk="0">
                  <a:moveTo>
                    <a:pt x="1533" y="0"/>
                  </a:moveTo>
                  <a:cubicBezTo>
                    <a:pt x="1076" y="0"/>
                    <a:pt x="625" y="157"/>
                    <a:pt x="274" y="471"/>
                  </a:cubicBezTo>
                  <a:cubicBezTo>
                    <a:pt x="92" y="684"/>
                    <a:pt x="0" y="866"/>
                    <a:pt x="92" y="957"/>
                  </a:cubicBezTo>
                  <a:cubicBezTo>
                    <a:pt x="127" y="992"/>
                    <a:pt x="182" y="1006"/>
                    <a:pt x="253" y="1006"/>
                  </a:cubicBezTo>
                  <a:cubicBezTo>
                    <a:pt x="489" y="1006"/>
                    <a:pt x="908" y="852"/>
                    <a:pt x="1399" y="805"/>
                  </a:cubicBezTo>
                  <a:cubicBezTo>
                    <a:pt x="2037" y="744"/>
                    <a:pt x="2614" y="805"/>
                    <a:pt x="2706" y="623"/>
                  </a:cubicBezTo>
                  <a:cubicBezTo>
                    <a:pt x="2766" y="532"/>
                    <a:pt x="2645" y="349"/>
                    <a:pt x="2402" y="197"/>
                  </a:cubicBezTo>
                  <a:cubicBezTo>
                    <a:pt x="2127" y="66"/>
                    <a:pt x="1829" y="0"/>
                    <a:pt x="15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1127950" y="2980575"/>
              <a:ext cx="1943825" cy="1305525"/>
            </a:xfrm>
            <a:custGeom>
              <a:avLst/>
              <a:gdLst/>
              <a:ahLst/>
              <a:cxnLst/>
              <a:rect l="l" t="t" r="r" b="b"/>
              <a:pathLst>
                <a:path w="77753" h="52221" extrusionOk="0">
                  <a:moveTo>
                    <a:pt x="58694" y="1"/>
                  </a:moveTo>
                  <a:lnTo>
                    <a:pt x="1095" y="31"/>
                  </a:lnTo>
                  <a:cubicBezTo>
                    <a:pt x="456" y="31"/>
                    <a:pt x="0" y="700"/>
                    <a:pt x="244" y="1308"/>
                  </a:cubicBezTo>
                  <a:lnTo>
                    <a:pt x="20609" y="52220"/>
                  </a:lnTo>
                  <a:lnTo>
                    <a:pt x="77753" y="52220"/>
                  </a:lnTo>
                  <a:lnTo>
                    <a:pt x="59576" y="639"/>
                  </a:lnTo>
                  <a:cubicBezTo>
                    <a:pt x="59454" y="244"/>
                    <a:pt x="59090" y="1"/>
                    <a:pt x="5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1208500" y="3029975"/>
              <a:ext cx="1800200" cy="1166450"/>
            </a:xfrm>
            <a:custGeom>
              <a:avLst/>
              <a:gdLst/>
              <a:ahLst/>
              <a:cxnLst/>
              <a:rect l="l" t="t" r="r" b="b"/>
              <a:pathLst>
                <a:path w="72008" h="46658" extrusionOk="0">
                  <a:moveTo>
                    <a:pt x="639" y="0"/>
                  </a:moveTo>
                  <a:cubicBezTo>
                    <a:pt x="274" y="0"/>
                    <a:pt x="0" y="365"/>
                    <a:pt x="152" y="730"/>
                  </a:cubicBezTo>
                  <a:lnTo>
                    <a:pt x="18846" y="46323"/>
                  </a:lnTo>
                  <a:cubicBezTo>
                    <a:pt x="18937" y="46506"/>
                    <a:pt x="19119" y="46658"/>
                    <a:pt x="19332" y="46658"/>
                  </a:cubicBezTo>
                  <a:lnTo>
                    <a:pt x="71400" y="46658"/>
                  </a:lnTo>
                  <a:cubicBezTo>
                    <a:pt x="71765" y="46658"/>
                    <a:pt x="72008" y="46293"/>
                    <a:pt x="71886" y="45958"/>
                  </a:cubicBezTo>
                  <a:lnTo>
                    <a:pt x="55320" y="365"/>
                  </a:lnTo>
                  <a:cubicBezTo>
                    <a:pt x="55260" y="152"/>
                    <a:pt x="55047" y="0"/>
                    <a:pt x="54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1643150" y="4196400"/>
              <a:ext cx="1941550" cy="89700"/>
            </a:xfrm>
            <a:custGeom>
              <a:avLst/>
              <a:gdLst/>
              <a:ahLst/>
              <a:cxnLst/>
              <a:rect l="l" t="t" r="r" b="b"/>
              <a:pathLst>
                <a:path w="77662" h="3588" extrusionOk="0">
                  <a:moveTo>
                    <a:pt x="2098" y="1"/>
                  </a:moveTo>
                  <a:lnTo>
                    <a:pt x="1" y="3587"/>
                  </a:lnTo>
                  <a:lnTo>
                    <a:pt x="77662" y="3587"/>
                  </a:lnTo>
                  <a:lnTo>
                    <a:pt x="77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2874950" y="2636200"/>
              <a:ext cx="1036500" cy="1161925"/>
            </a:xfrm>
            <a:custGeom>
              <a:avLst/>
              <a:gdLst/>
              <a:ahLst/>
              <a:cxnLst/>
              <a:rect l="l" t="t" r="r" b="b"/>
              <a:pathLst>
                <a:path w="41460" h="46477" extrusionOk="0">
                  <a:moveTo>
                    <a:pt x="37136" y="1"/>
                  </a:moveTo>
                  <a:cubicBezTo>
                    <a:pt x="37035" y="1"/>
                    <a:pt x="36925" y="23"/>
                    <a:pt x="36809" y="67"/>
                  </a:cubicBezTo>
                  <a:cubicBezTo>
                    <a:pt x="36293" y="280"/>
                    <a:pt x="34834" y="4596"/>
                    <a:pt x="34438" y="5994"/>
                  </a:cubicBezTo>
                  <a:cubicBezTo>
                    <a:pt x="34226" y="6754"/>
                    <a:pt x="33831" y="8274"/>
                    <a:pt x="33314" y="9125"/>
                  </a:cubicBezTo>
                  <a:cubicBezTo>
                    <a:pt x="33115" y="9478"/>
                    <a:pt x="32892" y="9706"/>
                    <a:pt x="32662" y="9706"/>
                  </a:cubicBezTo>
                  <a:cubicBezTo>
                    <a:pt x="32436" y="9706"/>
                    <a:pt x="32202" y="9485"/>
                    <a:pt x="31976" y="8943"/>
                  </a:cubicBezTo>
                  <a:cubicBezTo>
                    <a:pt x="30913" y="6572"/>
                    <a:pt x="29241" y="5143"/>
                    <a:pt x="28542" y="5052"/>
                  </a:cubicBezTo>
                  <a:cubicBezTo>
                    <a:pt x="28512" y="5048"/>
                    <a:pt x="28482" y="5046"/>
                    <a:pt x="28453" y="5046"/>
                  </a:cubicBezTo>
                  <a:cubicBezTo>
                    <a:pt x="27813" y="5046"/>
                    <a:pt x="27504" y="5987"/>
                    <a:pt x="28086" y="6511"/>
                  </a:cubicBezTo>
                  <a:cubicBezTo>
                    <a:pt x="28663" y="7149"/>
                    <a:pt x="29180" y="7879"/>
                    <a:pt x="29575" y="8669"/>
                  </a:cubicBezTo>
                  <a:cubicBezTo>
                    <a:pt x="29909" y="9277"/>
                    <a:pt x="30153" y="9946"/>
                    <a:pt x="30274" y="10645"/>
                  </a:cubicBezTo>
                  <a:cubicBezTo>
                    <a:pt x="30365" y="11253"/>
                    <a:pt x="30426" y="11769"/>
                    <a:pt x="30487" y="12256"/>
                  </a:cubicBezTo>
                  <a:cubicBezTo>
                    <a:pt x="30639" y="13441"/>
                    <a:pt x="30609" y="14657"/>
                    <a:pt x="30457" y="15842"/>
                  </a:cubicBezTo>
                  <a:lnTo>
                    <a:pt x="16110" y="32742"/>
                  </a:lnTo>
                  <a:lnTo>
                    <a:pt x="12979" y="21314"/>
                  </a:lnTo>
                  <a:lnTo>
                    <a:pt x="12705" y="20432"/>
                  </a:lnTo>
                  <a:lnTo>
                    <a:pt x="395" y="25022"/>
                  </a:lnTo>
                  <a:cubicBezTo>
                    <a:pt x="0" y="25113"/>
                    <a:pt x="3040" y="34080"/>
                    <a:pt x="4955" y="39642"/>
                  </a:cubicBezTo>
                  <a:cubicBezTo>
                    <a:pt x="5897" y="42408"/>
                    <a:pt x="7964" y="44627"/>
                    <a:pt x="10669" y="45721"/>
                  </a:cubicBezTo>
                  <a:cubicBezTo>
                    <a:pt x="11916" y="46231"/>
                    <a:pt x="13216" y="46476"/>
                    <a:pt x="14500" y="46476"/>
                  </a:cubicBezTo>
                  <a:cubicBezTo>
                    <a:pt x="17662" y="46476"/>
                    <a:pt x="20730" y="44989"/>
                    <a:pt x="22675" y="42287"/>
                  </a:cubicBezTo>
                  <a:lnTo>
                    <a:pt x="38025" y="20067"/>
                  </a:lnTo>
                  <a:lnTo>
                    <a:pt x="37691" y="19824"/>
                  </a:lnTo>
                  <a:lnTo>
                    <a:pt x="37995" y="19976"/>
                  </a:lnTo>
                  <a:lnTo>
                    <a:pt x="40062" y="16420"/>
                  </a:lnTo>
                  <a:cubicBezTo>
                    <a:pt x="40062" y="16420"/>
                    <a:pt x="41460" y="14566"/>
                    <a:pt x="40518" y="12438"/>
                  </a:cubicBezTo>
                  <a:cubicBezTo>
                    <a:pt x="39545" y="10310"/>
                    <a:pt x="36961" y="7879"/>
                    <a:pt x="36961" y="7879"/>
                  </a:cubicBezTo>
                  <a:cubicBezTo>
                    <a:pt x="36201" y="7666"/>
                    <a:pt x="37204" y="3380"/>
                    <a:pt x="37630" y="1952"/>
                  </a:cubicBezTo>
                  <a:cubicBezTo>
                    <a:pt x="38019" y="733"/>
                    <a:pt x="37722" y="1"/>
                    <a:pt x="37136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3754125" y="2833150"/>
              <a:ext cx="73750" cy="138475"/>
            </a:xfrm>
            <a:custGeom>
              <a:avLst/>
              <a:gdLst/>
              <a:ahLst/>
              <a:cxnLst/>
              <a:rect l="l" t="t" r="r" b="b"/>
              <a:pathLst>
                <a:path w="2950" h="5539" extrusionOk="0">
                  <a:moveTo>
                    <a:pt x="1551" y="1"/>
                  </a:moveTo>
                  <a:cubicBezTo>
                    <a:pt x="1460" y="122"/>
                    <a:pt x="1399" y="244"/>
                    <a:pt x="1369" y="396"/>
                  </a:cubicBezTo>
                  <a:cubicBezTo>
                    <a:pt x="1247" y="639"/>
                    <a:pt x="1065" y="1004"/>
                    <a:pt x="913" y="1490"/>
                  </a:cubicBezTo>
                  <a:cubicBezTo>
                    <a:pt x="730" y="1946"/>
                    <a:pt x="518" y="2524"/>
                    <a:pt x="335" y="3162"/>
                  </a:cubicBezTo>
                  <a:cubicBezTo>
                    <a:pt x="244" y="3466"/>
                    <a:pt x="153" y="3800"/>
                    <a:pt x="62" y="4165"/>
                  </a:cubicBezTo>
                  <a:cubicBezTo>
                    <a:pt x="31" y="4347"/>
                    <a:pt x="1" y="4530"/>
                    <a:pt x="1" y="4743"/>
                  </a:cubicBezTo>
                  <a:cubicBezTo>
                    <a:pt x="1" y="4925"/>
                    <a:pt x="92" y="5138"/>
                    <a:pt x="214" y="5320"/>
                  </a:cubicBezTo>
                  <a:cubicBezTo>
                    <a:pt x="346" y="5452"/>
                    <a:pt x="524" y="5539"/>
                    <a:pt x="729" y="5539"/>
                  </a:cubicBezTo>
                  <a:cubicBezTo>
                    <a:pt x="759" y="5539"/>
                    <a:pt x="790" y="5537"/>
                    <a:pt x="822" y="5533"/>
                  </a:cubicBezTo>
                  <a:cubicBezTo>
                    <a:pt x="1034" y="5502"/>
                    <a:pt x="1217" y="5411"/>
                    <a:pt x="1338" y="5229"/>
                  </a:cubicBezTo>
                  <a:cubicBezTo>
                    <a:pt x="1551" y="4955"/>
                    <a:pt x="1703" y="4621"/>
                    <a:pt x="1825" y="4287"/>
                  </a:cubicBezTo>
                  <a:lnTo>
                    <a:pt x="2433" y="2645"/>
                  </a:lnTo>
                  <a:lnTo>
                    <a:pt x="2828" y="1521"/>
                  </a:lnTo>
                  <a:cubicBezTo>
                    <a:pt x="2889" y="1369"/>
                    <a:pt x="2919" y="1247"/>
                    <a:pt x="2949" y="1095"/>
                  </a:cubicBezTo>
                  <a:lnTo>
                    <a:pt x="2949" y="1095"/>
                  </a:lnTo>
                  <a:cubicBezTo>
                    <a:pt x="2889" y="1217"/>
                    <a:pt x="2828" y="1369"/>
                    <a:pt x="2767" y="1521"/>
                  </a:cubicBezTo>
                  <a:lnTo>
                    <a:pt x="2311" y="2584"/>
                  </a:lnTo>
                  <a:lnTo>
                    <a:pt x="1642" y="4226"/>
                  </a:lnTo>
                  <a:cubicBezTo>
                    <a:pt x="1551" y="4530"/>
                    <a:pt x="1399" y="4834"/>
                    <a:pt x="1217" y="5107"/>
                  </a:cubicBezTo>
                  <a:cubicBezTo>
                    <a:pt x="1095" y="5229"/>
                    <a:pt x="974" y="5320"/>
                    <a:pt x="791" y="5350"/>
                  </a:cubicBezTo>
                  <a:cubicBezTo>
                    <a:pt x="771" y="5354"/>
                    <a:pt x="751" y="5356"/>
                    <a:pt x="731" y="5356"/>
                  </a:cubicBezTo>
                  <a:cubicBezTo>
                    <a:pt x="600" y="5356"/>
                    <a:pt x="475" y="5274"/>
                    <a:pt x="396" y="5168"/>
                  </a:cubicBezTo>
                  <a:cubicBezTo>
                    <a:pt x="214" y="4895"/>
                    <a:pt x="153" y="4530"/>
                    <a:pt x="274" y="4195"/>
                  </a:cubicBezTo>
                  <a:cubicBezTo>
                    <a:pt x="366" y="3861"/>
                    <a:pt x="457" y="3527"/>
                    <a:pt x="518" y="3192"/>
                  </a:cubicBezTo>
                  <a:cubicBezTo>
                    <a:pt x="700" y="2584"/>
                    <a:pt x="913" y="2007"/>
                    <a:pt x="1034" y="1521"/>
                  </a:cubicBezTo>
                  <a:cubicBezTo>
                    <a:pt x="1186" y="1065"/>
                    <a:pt x="1338" y="670"/>
                    <a:pt x="1430" y="426"/>
                  </a:cubicBezTo>
                  <a:cubicBezTo>
                    <a:pt x="1490" y="274"/>
                    <a:pt x="1521" y="153"/>
                    <a:pt x="1551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3789850" y="2873425"/>
              <a:ext cx="74500" cy="121625"/>
            </a:xfrm>
            <a:custGeom>
              <a:avLst/>
              <a:gdLst/>
              <a:ahLst/>
              <a:cxnLst/>
              <a:rect l="l" t="t" r="r" b="b"/>
              <a:pathLst>
                <a:path w="2980" h="4865" extrusionOk="0">
                  <a:moveTo>
                    <a:pt x="1368" y="1"/>
                  </a:moveTo>
                  <a:lnTo>
                    <a:pt x="1368" y="1"/>
                  </a:lnTo>
                  <a:cubicBezTo>
                    <a:pt x="1277" y="122"/>
                    <a:pt x="1216" y="214"/>
                    <a:pt x="1186" y="335"/>
                  </a:cubicBezTo>
                  <a:cubicBezTo>
                    <a:pt x="1064" y="548"/>
                    <a:pt x="912" y="882"/>
                    <a:pt x="730" y="1277"/>
                  </a:cubicBezTo>
                  <a:cubicBezTo>
                    <a:pt x="517" y="1764"/>
                    <a:pt x="365" y="2250"/>
                    <a:pt x="213" y="2736"/>
                  </a:cubicBezTo>
                  <a:cubicBezTo>
                    <a:pt x="122" y="3040"/>
                    <a:pt x="61" y="3344"/>
                    <a:pt x="31" y="3648"/>
                  </a:cubicBezTo>
                  <a:cubicBezTo>
                    <a:pt x="1" y="4013"/>
                    <a:pt x="92" y="4378"/>
                    <a:pt x="335" y="4621"/>
                  </a:cubicBezTo>
                  <a:cubicBezTo>
                    <a:pt x="487" y="4773"/>
                    <a:pt x="669" y="4834"/>
                    <a:pt x="852" y="4864"/>
                  </a:cubicBezTo>
                  <a:cubicBezTo>
                    <a:pt x="1034" y="4864"/>
                    <a:pt x="1216" y="4803"/>
                    <a:pt x="1368" y="4712"/>
                  </a:cubicBezTo>
                  <a:cubicBezTo>
                    <a:pt x="1611" y="4530"/>
                    <a:pt x="1824" y="4256"/>
                    <a:pt x="1946" y="3952"/>
                  </a:cubicBezTo>
                  <a:cubicBezTo>
                    <a:pt x="2159" y="3405"/>
                    <a:pt x="2311" y="2919"/>
                    <a:pt x="2493" y="2524"/>
                  </a:cubicBezTo>
                  <a:cubicBezTo>
                    <a:pt x="2675" y="2098"/>
                    <a:pt x="2797" y="1764"/>
                    <a:pt x="2888" y="1551"/>
                  </a:cubicBezTo>
                  <a:cubicBezTo>
                    <a:pt x="2919" y="1429"/>
                    <a:pt x="2949" y="1277"/>
                    <a:pt x="2979" y="1156"/>
                  </a:cubicBezTo>
                  <a:lnTo>
                    <a:pt x="2979" y="1156"/>
                  </a:lnTo>
                  <a:cubicBezTo>
                    <a:pt x="2888" y="1247"/>
                    <a:pt x="2827" y="1369"/>
                    <a:pt x="2767" y="1490"/>
                  </a:cubicBezTo>
                  <a:cubicBezTo>
                    <a:pt x="2675" y="1733"/>
                    <a:pt x="2523" y="2037"/>
                    <a:pt x="2341" y="2463"/>
                  </a:cubicBezTo>
                  <a:lnTo>
                    <a:pt x="1763" y="3861"/>
                  </a:lnTo>
                  <a:cubicBezTo>
                    <a:pt x="1642" y="4135"/>
                    <a:pt x="1460" y="4378"/>
                    <a:pt x="1247" y="4530"/>
                  </a:cubicBezTo>
                  <a:cubicBezTo>
                    <a:pt x="1135" y="4613"/>
                    <a:pt x="1011" y="4652"/>
                    <a:pt x="888" y="4652"/>
                  </a:cubicBezTo>
                  <a:cubicBezTo>
                    <a:pt x="744" y="4652"/>
                    <a:pt x="602" y="4598"/>
                    <a:pt x="487" y="4499"/>
                  </a:cubicBezTo>
                  <a:cubicBezTo>
                    <a:pt x="274" y="4256"/>
                    <a:pt x="183" y="3952"/>
                    <a:pt x="244" y="3648"/>
                  </a:cubicBezTo>
                  <a:cubicBezTo>
                    <a:pt x="274" y="3375"/>
                    <a:pt x="304" y="3071"/>
                    <a:pt x="396" y="2797"/>
                  </a:cubicBezTo>
                  <a:cubicBezTo>
                    <a:pt x="517" y="2280"/>
                    <a:pt x="669" y="1794"/>
                    <a:pt x="852" y="1338"/>
                  </a:cubicBezTo>
                  <a:cubicBezTo>
                    <a:pt x="1186" y="518"/>
                    <a:pt x="1399" y="1"/>
                    <a:pt x="1368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3830875" y="2918275"/>
              <a:ext cx="53225" cy="98425"/>
            </a:xfrm>
            <a:custGeom>
              <a:avLst/>
              <a:gdLst/>
              <a:ahLst/>
              <a:cxnLst/>
              <a:rect l="l" t="t" r="r" b="b"/>
              <a:pathLst>
                <a:path w="2129" h="3937" extrusionOk="0">
                  <a:moveTo>
                    <a:pt x="1217" y="0"/>
                  </a:moveTo>
                  <a:cubicBezTo>
                    <a:pt x="1186" y="0"/>
                    <a:pt x="1126" y="61"/>
                    <a:pt x="1004" y="213"/>
                  </a:cubicBezTo>
                  <a:cubicBezTo>
                    <a:pt x="822" y="426"/>
                    <a:pt x="670" y="669"/>
                    <a:pt x="548" y="912"/>
                  </a:cubicBezTo>
                  <a:cubicBezTo>
                    <a:pt x="244" y="1490"/>
                    <a:pt x="62" y="2158"/>
                    <a:pt x="62" y="2797"/>
                  </a:cubicBezTo>
                  <a:cubicBezTo>
                    <a:pt x="1" y="3070"/>
                    <a:pt x="62" y="3374"/>
                    <a:pt x="214" y="3617"/>
                  </a:cubicBezTo>
                  <a:cubicBezTo>
                    <a:pt x="274" y="3739"/>
                    <a:pt x="396" y="3830"/>
                    <a:pt x="548" y="3891"/>
                  </a:cubicBezTo>
                  <a:cubicBezTo>
                    <a:pt x="609" y="3921"/>
                    <a:pt x="685" y="3936"/>
                    <a:pt x="761" y="3936"/>
                  </a:cubicBezTo>
                  <a:cubicBezTo>
                    <a:pt x="837" y="3936"/>
                    <a:pt x="913" y="3921"/>
                    <a:pt x="974" y="3891"/>
                  </a:cubicBezTo>
                  <a:cubicBezTo>
                    <a:pt x="1217" y="3769"/>
                    <a:pt x="1399" y="3556"/>
                    <a:pt x="1460" y="3283"/>
                  </a:cubicBezTo>
                  <a:cubicBezTo>
                    <a:pt x="1642" y="2857"/>
                    <a:pt x="1733" y="2462"/>
                    <a:pt x="1855" y="2128"/>
                  </a:cubicBezTo>
                  <a:cubicBezTo>
                    <a:pt x="1977" y="1793"/>
                    <a:pt x="2068" y="1429"/>
                    <a:pt x="2129" y="1064"/>
                  </a:cubicBezTo>
                  <a:lnTo>
                    <a:pt x="2129" y="1064"/>
                  </a:lnTo>
                  <a:cubicBezTo>
                    <a:pt x="1946" y="1368"/>
                    <a:pt x="1825" y="1702"/>
                    <a:pt x="1703" y="2067"/>
                  </a:cubicBezTo>
                  <a:cubicBezTo>
                    <a:pt x="1581" y="2401"/>
                    <a:pt x="1429" y="2797"/>
                    <a:pt x="1278" y="3192"/>
                  </a:cubicBezTo>
                  <a:cubicBezTo>
                    <a:pt x="1217" y="3404"/>
                    <a:pt x="1095" y="3587"/>
                    <a:pt x="913" y="3678"/>
                  </a:cubicBezTo>
                  <a:cubicBezTo>
                    <a:pt x="856" y="3702"/>
                    <a:pt x="797" y="3714"/>
                    <a:pt x="739" y="3714"/>
                  </a:cubicBezTo>
                  <a:cubicBezTo>
                    <a:pt x="581" y="3714"/>
                    <a:pt x="432" y="3629"/>
                    <a:pt x="366" y="3496"/>
                  </a:cubicBezTo>
                  <a:cubicBezTo>
                    <a:pt x="244" y="3283"/>
                    <a:pt x="214" y="3040"/>
                    <a:pt x="244" y="2797"/>
                  </a:cubicBezTo>
                  <a:cubicBezTo>
                    <a:pt x="244" y="2584"/>
                    <a:pt x="274" y="2341"/>
                    <a:pt x="305" y="2097"/>
                  </a:cubicBezTo>
                  <a:cubicBezTo>
                    <a:pt x="396" y="1702"/>
                    <a:pt x="518" y="1338"/>
                    <a:pt x="670" y="973"/>
                  </a:cubicBezTo>
                  <a:cubicBezTo>
                    <a:pt x="943" y="335"/>
                    <a:pt x="1217" y="0"/>
                    <a:pt x="121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3705500" y="2925100"/>
              <a:ext cx="60050" cy="110975"/>
            </a:xfrm>
            <a:custGeom>
              <a:avLst/>
              <a:gdLst/>
              <a:ahLst/>
              <a:cxnLst/>
              <a:rect l="l" t="t" r="r" b="b"/>
              <a:pathLst>
                <a:path w="2402" h="4439" extrusionOk="0">
                  <a:moveTo>
                    <a:pt x="1" y="1"/>
                  </a:moveTo>
                  <a:cubicBezTo>
                    <a:pt x="1" y="31"/>
                    <a:pt x="244" y="183"/>
                    <a:pt x="609" y="487"/>
                  </a:cubicBezTo>
                  <a:cubicBezTo>
                    <a:pt x="1551" y="1308"/>
                    <a:pt x="2128" y="2463"/>
                    <a:pt x="2219" y="3679"/>
                  </a:cubicBezTo>
                  <a:cubicBezTo>
                    <a:pt x="2280" y="4135"/>
                    <a:pt x="2219" y="4438"/>
                    <a:pt x="2280" y="4438"/>
                  </a:cubicBezTo>
                  <a:cubicBezTo>
                    <a:pt x="2341" y="4195"/>
                    <a:pt x="2402" y="3952"/>
                    <a:pt x="2371" y="3679"/>
                  </a:cubicBezTo>
                  <a:cubicBezTo>
                    <a:pt x="2341" y="2372"/>
                    <a:pt x="1733" y="1156"/>
                    <a:pt x="700" y="365"/>
                  </a:cubicBezTo>
                  <a:cubicBezTo>
                    <a:pt x="487" y="183"/>
                    <a:pt x="274" y="62"/>
                    <a:pt x="1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1767775" y="3706275"/>
              <a:ext cx="940025" cy="486350"/>
            </a:xfrm>
            <a:custGeom>
              <a:avLst/>
              <a:gdLst/>
              <a:ahLst/>
              <a:cxnLst/>
              <a:rect l="l" t="t" r="r" b="b"/>
              <a:pathLst>
                <a:path w="37601" h="19454" extrusionOk="0">
                  <a:moveTo>
                    <a:pt x="8633" y="0"/>
                  </a:moveTo>
                  <a:cubicBezTo>
                    <a:pt x="6110" y="3040"/>
                    <a:pt x="4438" y="6687"/>
                    <a:pt x="3800" y="10578"/>
                  </a:cubicBezTo>
                  <a:lnTo>
                    <a:pt x="1" y="19271"/>
                  </a:lnTo>
                  <a:lnTo>
                    <a:pt x="37144" y="19454"/>
                  </a:lnTo>
                  <a:lnTo>
                    <a:pt x="37600" y="12918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1910625" y="3872650"/>
              <a:ext cx="295625" cy="91050"/>
            </a:xfrm>
            <a:custGeom>
              <a:avLst/>
              <a:gdLst/>
              <a:ahLst/>
              <a:cxnLst/>
              <a:rect l="l" t="t" r="r" b="b"/>
              <a:pathLst>
                <a:path w="11825" h="3642" extrusionOk="0">
                  <a:moveTo>
                    <a:pt x="11821" y="1"/>
                  </a:moveTo>
                  <a:cubicBezTo>
                    <a:pt x="11767" y="1"/>
                    <a:pt x="11282" y="508"/>
                    <a:pt x="10366" y="1187"/>
                  </a:cubicBezTo>
                  <a:cubicBezTo>
                    <a:pt x="10092" y="1370"/>
                    <a:pt x="9849" y="1552"/>
                    <a:pt x="9576" y="1704"/>
                  </a:cubicBezTo>
                  <a:cubicBezTo>
                    <a:pt x="9272" y="1887"/>
                    <a:pt x="8968" y="2038"/>
                    <a:pt x="8633" y="2221"/>
                  </a:cubicBezTo>
                  <a:cubicBezTo>
                    <a:pt x="7144" y="2950"/>
                    <a:pt x="5503" y="3376"/>
                    <a:pt x="3861" y="3467"/>
                  </a:cubicBezTo>
                  <a:lnTo>
                    <a:pt x="2767" y="3467"/>
                  </a:lnTo>
                  <a:cubicBezTo>
                    <a:pt x="2433" y="3467"/>
                    <a:pt x="2129" y="3406"/>
                    <a:pt x="1825" y="3376"/>
                  </a:cubicBezTo>
                  <a:cubicBezTo>
                    <a:pt x="765" y="3261"/>
                    <a:pt x="83" y="3039"/>
                    <a:pt x="8" y="3039"/>
                  </a:cubicBezTo>
                  <a:cubicBezTo>
                    <a:pt x="3" y="3039"/>
                    <a:pt x="1" y="3040"/>
                    <a:pt x="1" y="3042"/>
                  </a:cubicBezTo>
                  <a:cubicBezTo>
                    <a:pt x="153" y="3133"/>
                    <a:pt x="305" y="3194"/>
                    <a:pt x="457" y="3224"/>
                  </a:cubicBezTo>
                  <a:cubicBezTo>
                    <a:pt x="639" y="3285"/>
                    <a:pt x="852" y="3346"/>
                    <a:pt x="1034" y="3376"/>
                  </a:cubicBezTo>
                  <a:cubicBezTo>
                    <a:pt x="1278" y="3437"/>
                    <a:pt x="1551" y="3497"/>
                    <a:pt x="1794" y="3528"/>
                  </a:cubicBezTo>
                  <a:cubicBezTo>
                    <a:pt x="2129" y="3558"/>
                    <a:pt x="2433" y="3619"/>
                    <a:pt x="2767" y="3619"/>
                  </a:cubicBezTo>
                  <a:cubicBezTo>
                    <a:pt x="2949" y="3634"/>
                    <a:pt x="3132" y="3642"/>
                    <a:pt x="3314" y="3642"/>
                  </a:cubicBezTo>
                  <a:cubicBezTo>
                    <a:pt x="3496" y="3642"/>
                    <a:pt x="3679" y="3634"/>
                    <a:pt x="3861" y="3619"/>
                  </a:cubicBezTo>
                  <a:cubicBezTo>
                    <a:pt x="5533" y="3558"/>
                    <a:pt x="7205" y="3133"/>
                    <a:pt x="8694" y="2373"/>
                  </a:cubicBezTo>
                  <a:cubicBezTo>
                    <a:pt x="9028" y="2221"/>
                    <a:pt x="9332" y="2038"/>
                    <a:pt x="9667" y="1826"/>
                  </a:cubicBezTo>
                  <a:cubicBezTo>
                    <a:pt x="9910" y="1674"/>
                    <a:pt x="10184" y="1491"/>
                    <a:pt x="10427" y="1279"/>
                  </a:cubicBezTo>
                  <a:cubicBezTo>
                    <a:pt x="10639" y="1127"/>
                    <a:pt x="10852" y="975"/>
                    <a:pt x="11035" y="792"/>
                  </a:cubicBezTo>
                  <a:cubicBezTo>
                    <a:pt x="11187" y="671"/>
                    <a:pt x="11339" y="519"/>
                    <a:pt x="11491" y="367"/>
                  </a:cubicBezTo>
                  <a:cubicBezTo>
                    <a:pt x="11612" y="276"/>
                    <a:pt x="11703" y="124"/>
                    <a:pt x="11825" y="2"/>
                  </a:cubicBezTo>
                  <a:cubicBezTo>
                    <a:pt x="11824" y="1"/>
                    <a:pt x="11823" y="1"/>
                    <a:pt x="118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2458525" y="3960825"/>
              <a:ext cx="82075" cy="213575"/>
            </a:xfrm>
            <a:custGeom>
              <a:avLst/>
              <a:gdLst/>
              <a:ahLst/>
              <a:cxnLst/>
              <a:rect l="l" t="t" r="r" b="b"/>
              <a:pathLst>
                <a:path w="3283" h="8543" extrusionOk="0">
                  <a:moveTo>
                    <a:pt x="3283" y="1"/>
                  </a:moveTo>
                  <a:lnTo>
                    <a:pt x="3283" y="1"/>
                  </a:lnTo>
                  <a:cubicBezTo>
                    <a:pt x="3101" y="426"/>
                    <a:pt x="2918" y="822"/>
                    <a:pt x="2766" y="1247"/>
                  </a:cubicBezTo>
                  <a:cubicBezTo>
                    <a:pt x="2432" y="2068"/>
                    <a:pt x="2006" y="3101"/>
                    <a:pt x="1581" y="4256"/>
                  </a:cubicBezTo>
                  <a:cubicBezTo>
                    <a:pt x="1155" y="5411"/>
                    <a:pt x="760" y="6445"/>
                    <a:pt x="456" y="7265"/>
                  </a:cubicBezTo>
                  <a:cubicBezTo>
                    <a:pt x="274" y="7691"/>
                    <a:pt x="122" y="8117"/>
                    <a:pt x="0" y="8542"/>
                  </a:cubicBezTo>
                  <a:cubicBezTo>
                    <a:pt x="61" y="8451"/>
                    <a:pt x="122" y="8329"/>
                    <a:pt x="152" y="8238"/>
                  </a:cubicBezTo>
                  <a:cubicBezTo>
                    <a:pt x="274" y="8025"/>
                    <a:pt x="395" y="7721"/>
                    <a:pt x="578" y="7326"/>
                  </a:cubicBezTo>
                  <a:cubicBezTo>
                    <a:pt x="882" y="6566"/>
                    <a:pt x="1338" y="5533"/>
                    <a:pt x="1763" y="4347"/>
                  </a:cubicBezTo>
                  <a:cubicBezTo>
                    <a:pt x="2219" y="3162"/>
                    <a:pt x="2614" y="2068"/>
                    <a:pt x="2888" y="1308"/>
                  </a:cubicBezTo>
                  <a:cubicBezTo>
                    <a:pt x="3070" y="882"/>
                    <a:pt x="3192" y="457"/>
                    <a:pt x="328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2444075" y="3952475"/>
              <a:ext cx="47150" cy="44125"/>
            </a:xfrm>
            <a:custGeom>
              <a:avLst/>
              <a:gdLst/>
              <a:ahLst/>
              <a:cxnLst/>
              <a:rect l="l" t="t" r="r" b="b"/>
              <a:pathLst>
                <a:path w="1886" h="1765" extrusionOk="0">
                  <a:moveTo>
                    <a:pt x="1065" y="1"/>
                  </a:moveTo>
                  <a:cubicBezTo>
                    <a:pt x="943" y="1"/>
                    <a:pt x="882" y="31"/>
                    <a:pt x="882" y="31"/>
                  </a:cubicBezTo>
                  <a:cubicBezTo>
                    <a:pt x="1095" y="61"/>
                    <a:pt x="1308" y="183"/>
                    <a:pt x="1490" y="335"/>
                  </a:cubicBezTo>
                  <a:cubicBezTo>
                    <a:pt x="1642" y="517"/>
                    <a:pt x="1703" y="760"/>
                    <a:pt x="1672" y="1004"/>
                  </a:cubicBezTo>
                  <a:cubicBezTo>
                    <a:pt x="1586" y="1367"/>
                    <a:pt x="1262" y="1563"/>
                    <a:pt x="944" y="1563"/>
                  </a:cubicBezTo>
                  <a:cubicBezTo>
                    <a:pt x="703" y="1563"/>
                    <a:pt x="466" y="1452"/>
                    <a:pt x="335" y="1216"/>
                  </a:cubicBezTo>
                  <a:cubicBezTo>
                    <a:pt x="183" y="1004"/>
                    <a:pt x="183" y="730"/>
                    <a:pt x="305" y="517"/>
                  </a:cubicBezTo>
                  <a:cubicBezTo>
                    <a:pt x="396" y="304"/>
                    <a:pt x="578" y="153"/>
                    <a:pt x="791" y="61"/>
                  </a:cubicBezTo>
                  <a:cubicBezTo>
                    <a:pt x="791" y="49"/>
                    <a:pt x="775" y="41"/>
                    <a:pt x="748" y="41"/>
                  </a:cubicBezTo>
                  <a:cubicBezTo>
                    <a:pt x="710" y="41"/>
                    <a:pt x="649" y="56"/>
                    <a:pt x="578" y="92"/>
                  </a:cubicBezTo>
                  <a:cubicBezTo>
                    <a:pt x="396" y="153"/>
                    <a:pt x="274" y="274"/>
                    <a:pt x="153" y="456"/>
                  </a:cubicBezTo>
                  <a:cubicBezTo>
                    <a:pt x="1" y="730"/>
                    <a:pt x="1" y="1034"/>
                    <a:pt x="153" y="1308"/>
                  </a:cubicBezTo>
                  <a:cubicBezTo>
                    <a:pt x="335" y="1619"/>
                    <a:pt x="639" y="1765"/>
                    <a:pt x="939" y="1765"/>
                  </a:cubicBezTo>
                  <a:cubicBezTo>
                    <a:pt x="1341" y="1765"/>
                    <a:pt x="1737" y="1504"/>
                    <a:pt x="1824" y="1034"/>
                  </a:cubicBezTo>
                  <a:cubicBezTo>
                    <a:pt x="1885" y="730"/>
                    <a:pt x="1794" y="426"/>
                    <a:pt x="1581" y="244"/>
                  </a:cubicBezTo>
                  <a:cubicBezTo>
                    <a:pt x="1429" y="92"/>
                    <a:pt x="1247" y="31"/>
                    <a:pt x="10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2945600" y="2801250"/>
              <a:ext cx="281950" cy="491675"/>
            </a:xfrm>
            <a:custGeom>
              <a:avLst/>
              <a:gdLst/>
              <a:ahLst/>
              <a:cxnLst/>
              <a:rect l="l" t="t" r="r" b="b"/>
              <a:pathLst>
                <a:path w="11278" h="19667" extrusionOk="0">
                  <a:moveTo>
                    <a:pt x="5867" y="0"/>
                  </a:moveTo>
                  <a:lnTo>
                    <a:pt x="1" y="19666"/>
                  </a:lnTo>
                  <a:lnTo>
                    <a:pt x="1" y="19666"/>
                  </a:lnTo>
                  <a:lnTo>
                    <a:pt x="10974" y="16657"/>
                  </a:lnTo>
                  <a:cubicBezTo>
                    <a:pt x="11278" y="15988"/>
                    <a:pt x="5867" y="0"/>
                    <a:pt x="586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2945600" y="2801250"/>
              <a:ext cx="281950" cy="491675"/>
            </a:xfrm>
            <a:custGeom>
              <a:avLst/>
              <a:gdLst/>
              <a:ahLst/>
              <a:cxnLst/>
              <a:rect l="l" t="t" r="r" b="b"/>
              <a:pathLst>
                <a:path w="11278" h="19667" extrusionOk="0">
                  <a:moveTo>
                    <a:pt x="5867" y="0"/>
                  </a:moveTo>
                  <a:lnTo>
                    <a:pt x="1" y="19666"/>
                  </a:lnTo>
                  <a:lnTo>
                    <a:pt x="1" y="19666"/>
                  </a:lnTo>
                  <a:lnTo>
                    <a:pt x="10974" y="16657"/>
                  </a:lnTo>
                  <a:cubicBezTo>
                    <a:pt x="11278" y="15988"/>
                    <a:pt x="5867" y="0"/>
                    <a:pt x="5867" y="0"/>
                  </a:cubicBez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7"/>
            <p:cNvSpPr/>
            <p:nvPr/>
          </p:nvSpPr>
          <p:spPr>
            <a:xfrm>
              <a:off x="1982825" y="2649775"/>
              <a:ext cx="1120100" cy="1387825"/>
            </a:xfrm>
            <a:custGeom>
              <a:avLst/>
              <a:gdLst/>
              <a:ahLst/>
              <a:cxnLst/>
              <a:rect l="l" t="t" r="r" b="b"/>
              <a:pathLst>
                <a:path w="44804" h="55513" extrusionOk="0">
                  <a:moveTo>
                    <a:pt x="29851" y="1"/>
                  </a:moveTo>
                  <a:cubicBezTo>
                    <a:pt x="27904" y="1"/>
                    <a:pt x="25049" y="342"/>
                    <a:pt x="21916" y="2017"/>
                  </a:cubicBezTo>
                  <a:cubicBezTo>
                    <a:pt x="14621" y="5938"/>
                    <a:pt x="9454" y="27063"/>
                    <a:pt x="9454" y="27063"/>
                  </a:cubicBezTo>
                  <a:lnTo>
                    <a:pt x="1" y="42260"/>
                  </a:lnTo>
                  <a:lnTo>
                    <a:pt x="29728" y="55513"/>
                  </a:lnTo>
                  <a:lnTo>
                    <a:pt x="31977" y="47276"/>
                  </a:lnTo>
                  <a:lnTo>
                    <a:pt x="35472" y="32564"/>
                  </a:lnTo>
                  <a:cubicBezTo>
                    <a:pt x="35472" y="32564"/>
                    <a:pt x="40488" y="23932"/>
                    <a:pt x="42494" y="19251"/>
                  </a:cubicBezTo>
                  <a:cubicBezTo>
                    <a:pt x="44014" y="15786"/>
                    <a:pt x="44469" y="11135"/>
                    <a:pt x="44621" y="8369"/>
                  </a:cubicBezTo>
                  <a:cubicBezTo>
                    <a:pt x="44804" y="4935"/>
                    <a:pt x="42494" y="1773"/>
                    <a:pt x="39120" y="1135"/>
                  </a:cubicBezTo>
                  <a:cubicBezTo>
                    <a:pt x="38998" y="1105"/>
                    <a:pt x="38846" y="1074"/>
                    <a:pt x="38725" y="1044"/>
                  </a:cubicBezTo>
                  <a:lnTo>
                    <a:pt x="32372" y="162"/>
                  </a:lnTo>
                  <a:cubicBezTo>
                    <a:pt x="32099" y="162"/>
                    <a:pt x="31190" y="1"/>
                    <a:pt x="2985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7"/>
            <p:cNvSpPr/>
            <p:nvPr/>
          </p:nvSpPr>
          <p:spPr>
            <a:xfrm>
              <a:off x="2091500" y="3470625"/>
              <a:ext cx="715075" cy="484150"/>
            </a:xfrm>
            <a:custGeom>
              <a:avLst/>
              <a:gdLst/>
              <a:ahLst/>
              <a:cxnLst/>
              <a:rect l="l" t="t" r="r" b="b"/>
              <a:pathLst>
                <a:path w="28603" h="19366" extrusionOk="0">
                  <a:moveTo>
                    <a:pt x="9976" y="176"/>
                  </a:moveTo>
                  <a:cubicBezTo>
                    <a:pt x="10464" y="176"/>
                    <a:pt x="10961" y="380"/>
                    <a:pt x="11338" y="703"/>
                  </a:cubicBezTo>
                  <a:cubicBezTo>
                    <a:pt x="11733" y="1068"/>
                    <a:pt x="11976" y="1584"/>
                    <a:pt x="12006" y="2131"/>
                  </a:cubicBezTo>
                  <a:cubicBezTo>
                    <a:pt x="12067" y="2648"/>
                    <a:pt x="12006" y="3165"/>
                    <a:pt x="11794" y="3651"/>
                  </a:cubicBezTo>
                  <a:cubicBezTo>
                    <a:pt x="11611" y="4107"/>
                    <a:pt x="11307" y="4502"/>
                    <a:pt x="10912" y="4837"/>
                  </a:cubicBezTo>
                  <a:cubicBezTo>
                    <a:pt x="10547" y="5141"/>
                    <a:pt x="10122" y="5384"/>
                    <a:pt x="9696" y="5566"/>
                  </a:cubicBezTo>
                  <a:cubicBezTo>
                    <a:pt x="8898" y="5862"/>
                    <a:pt x="8042" y="6014"/>
                    <a:pt x="7184" y="6050"/>
                  </a:cubicBezTo>
                  <a:lnTo>
                    <a:pt x="7184" y="6050"/>
                  </a:lnTo>
                  <a:cubicBezTo>
                    <a:pt x="6974" y="5427"/>
                    <a:pt x="6854" y="4771"/>
                    <a:pt x="6839" y="4107"/>
                  </a:cubicBezTo>
                  <a:cubicBezTo>
                    <a:pt x="6809" y="3499"/>
                    <a:pt x="6900" y="2861"/>
                    <a:pt x="7113" y="2253"/>
                  </a:cubicBezTo>
                  <a:cubicBezTo>
                    <a:pt x="7325" y="1675"/>
                    <a:pt x="7690" y="1159"/>
                    <a:pt x="8146" y="794"/>
                  </a:cubicBezTo>
                  <a:cubicBezTo>
                    <a:pt x="8633" y="429"/>
                    <a:pt x="9180" y="217"/>
                    <a:pt x="9788" y="186"/>
                  </a:cubicBezTo>
                  <a:cubicBezTo>
                    <a:pt x="9850" y="179"/>
                    <a:pt x="9913" y="176"/>
                    <a:pt x="9976" y="176"/>
                  </a:cubicBezTo>
                  <a:close/>
                  <a:moveTo>
                    <a:pt x="19018" y="4178"/>
                  </a:moveTo>
                  <a:cubicBezTo>
                    <a:pt x="19132" y="4178"/>
                    <a:pt x="19247" y="4185"/>
                    <a:pt x="19362" y="4198"/>
                  </a:cubicBezTo>
                  <a:cubicBezTo>
                    <a:pt x="19727" y="4229"/>
                    <a:pt x="20092" y="4350"/>
                    <a:pt x="20396" y="4563"/>
                  </a:cubicBezTo>
                  <a:cubicBezTo>
                    <a:pt x="20730" y="4806"/>
                    <a:pt x="20973" y="5110"/>
                    <a:pt x="21125" y="5445"/>
                  </a:cubicBezTo>
                  <a:cubicBezTo>
                    <a:pt x="21429" y="6174"/>
                    <a:pt x="21429" y="6964"/>
                    <a:pt x="21156" y="7694"/>
                  </a:cubicBezTo>
                  <a:cubicBezTo>
                    <a:pt x="20882" y="8393"/>
                    <a:pt x="20396" y="9001"/>
                    <a:pt x="19757" y="9457"/>
                  </a:cubicBezTo>
                  <a:cubicBezTo>
                    <a:pt x="18874" y="10078"/>
                    <a:pt x="17898" y="10524"/>
                    <a:pt x="16879" y="10787"/>
                  </a:cubicBezTo>
                  <a:lnTo>
                    <a:pt x="16879" y="10787"/>
                  </a:lnTo>
                  <a:cubicBezTo>
                    <a:pt x="16555" y="10202"/>
                    <a:pt x="16293" y="9578"/>
                    <a:pt x="16140" y="8910"/>
                  </a:cubicBezTo>
                  <a:cubicBezTo>
                    <a:pt x="15958" y="8180"/>
                    <a:pt x="15958" y="7451"/>
                    <a:pt x="16110" y="6721"/>
                  </a:cubicBezTo>
                  <a:cubicBezTo>
                    <a:pt x="16292" y="5961"/>
                    <a:pt x="16687" y="5293"/>
                    <a:pt x="17265" y="4806"/>
                  </a:cubicBezTo>
                  <a:cubicBezTo>
                    <a:pt x="17755" y="4393"/>
                    <a:pt x="18377" y="4178"/>
                    <a:pt x="19018" y="4178"/>
                  </a:cubicBezTo>
                  <a:close/>
                  <a:moveTo>
                    <a:pt x="25296" y="8867"/>
                  </a:moveTo>
                  <a:cubicBezTo>
                    <a:pt x="26879" y="8867"/>
                    <a:pt x="28217" y="10068"/>
                    <a:pt x="28390" y="11676"/>
                  </a:cubicBezTo>
                  <a:cubicBezTo>
                    <a:pt x="28420" y="12284"/>
                    <a:pt x="28329" y="12861"/>
                    <a:pt x="28055" y="13378"/>
                  </a:cubicBezTo>
                  <a:cubicBezTo>
                    <a:pt x="27539" y="14533"/>
                    <a:pt x="26536" y="15384"/>
                    <a:pt x="25289" y="15718"/>
                  </a:cubicBezTo>
                  <a:cubicBezTo>
                    <a:pt x="24839" y="15825"/>
                    <a:pt x="24377" y="15880"/>
                    <a:pt x="23915" y="15880"/>
                  </a:cubicBezTo>
                  <a:cubicBezTo>
                    <a:pt x="23600" y="15880"/>
                    <a:pt x="23285" y="15855"/>
                    <a:pt x="22973" y="15804"/>
                  </a:cubicBezTo>
                  <a:lnTo>
                    <a:pt x="22973" y="15804"/>
                  </a:lnTo>
                  <a:cubicBezTo>
                    <a:pt x="22603" y="14990"/>
                    <a:pt x="22380" y="14105"/>
                    <a:pt x="22341" y="13195"/>
                  </a:cubicBezTo>
                  <a:cubicBezTo>
                    <a:pt x="22280" y="12344"/>
                    <a:pt x="22463" y="11463"/>
                    <a:pt x="22827" y="10673"/>
                  </a:cubicBezTo>
                  <a:cubicBezTo>
                    <a:pt x="23040" y="10247"/>
                    <a:pt x="23344" y="9852"/>
                    <a:pt x="23678" y="9518"/>
                  </a:cubicBezTo>
                  <a:cubicBezTo>
                    <a:pt x="24043" y="9183"/>
                    <a:pt x="24499" y="8970"/>
                    <a:pt x="25016" y="8879"/>
                  </a:cubicBezTo>
                  <a:cubicBezTo>
                    <a:pt x="25110" y="8871"/>
                    <a:pt x="25204" y="8867"/>
                    <a:pt x="25296" y="8867"/>
                  </a:cubicBezTo>
                  <a:close/>
                  <a:moveTo>
                    <a:pt x="9872" y="1"/>
                  </a:moveTo>
                  <a:cubicBezTo>
                    <a:pt x="9834" y="1"/>
                    <a:pt x="9795" y="2"/>
                    <a:pt x="9757" y="4"/>
                  </a:cubicBezTo>
                  <a:cubicBezTo>
                    <a:pt x="9149" y="34"/>
                    <a:pt x="8541" y="247"/>
                    <a:pt x="8055" y="642"/>
                  </a:cubicBezTo>
                  <a:cubicBezTo>
                    <a:pt x="7569" y="1037"/>
                    <a:pt x="7174" y="1584"/>
                    <a:pt x="6961" y="2192"/>
                  </a:cubicBezTo>
                  <a:cubicBezTo>
                    <a:pt x="6748" y="2800"/>
                    <a:pt x="6626" y="3469"/>
                    <a:pt x="6657" y="4107"/>
                  </a:cubicBezTo>
                  <a:cubicBezTo>
                    <a:pt x="6672" y="4771"/>
                    <a:pt x="6787" y="5428"/>
                    <a:pt x="6991" y="6053"/>
                  </a:cubicBezTo>
                  <a:lnTo>
                    <a:pt x="6991" y="6053"/>
                  </a:lnTo>
                  <a:cubicBezTo>
                    <a:pt x="6987" y="6053"/>
                    <a:pt x="6983" y="6053"/>
                    <a:pt x="6979" y="6053"/>
                  </a:cubicBezTo>
                  <a:cubicBezTo>
                    <a:pt x="4715" y="6053"/>
                    <a:pt x="2488" y="5295"/>
                    <a:pt x="699" y="3864"/>
                  </a:cubicBezTo>
                  <a:cubicBezTo>
                    <a:pt x="456" y="3682"/>
                    <a:pt x="304" y="3530"/>
                    <a:pt x="182" y="3408"/>
                  </a:cubicBezTo>
                  <a:cubicBezTo>
                    <a:pt x="62" y="3317"/>
                    <a:pt x="1" y="3257"/>
                    <a:pt x="0" y="3256"/>
                  </a:cubicBezTo>
                  <a:lnTo>
                    <a:pt x="0" y="3256"/>
                  </a:lnTo>
                  <a:cubicBezTo>
                    <a:pt x="1" y="3257"/>
                    <a:pt x="61" y="3317"/>
                    <a:pt x="152" y="3438"/>
                  </a:cubicBezTo>
                  <a:cubicBezTo>
                    <a:pt x="274" y="3530"/>
                    <a:pt x="456" y="3712"/>
                    <a:pt x="669" y="3894"/>
                  </a:cubicBezTo>
                  <a:cubicBezTo>
                    <a:pt x="1368" y="4472"/>
                    <a:pt x="2128" y="4958"/>
                    <a:pt x="2949" y="5293"/>
                  </a:cubicBezTo>
                  <a:cubicBezTo>
                    <a:pt x="4196" y="5844"/>
                    <a:pt x="5554" y="6146"/>
                    <a:pt x="6917" y="6146"/>
                  </a:cubicBezTo>
                  <a:cubicBezTo>
                    <a:pt x="6952" y="6146"/>
                    <a:pt x="6987" y="6146"/>
                    <a:pt x="7022" y="6145"/>
                  </a:cubicBezTo>
                  <a:lnTo>
                    <a:pt x="7022" y="6145"/>
                  </a:lnTo>
                  <a:cubicBezTo>
                    <a:pt x="7238" y="6774"/>
                    <a:pt x="7546" y="7370"/>
                    <a:pt x="7933" y="7907"/>
                  </a:cubicBezTo>
                  <a:cubicBezTo>
                    <a:pt x="8754" y="9092"/>
                    <a:pt x="9909" y="10004"/>
                    <a:pt x="11216" y="10581"/>
                  </a:cubicBezTo>
                  <a:cubicBezTo>
                    <a:pt x="12319" y="11011"/>
                    <a:pt x="13476" y="11223"/>
                    <a:pt x="14624" y="11223"/>
                  </a:cubicBezTo>
                  <a:cubicBezTo>
                    <a:pt x="15358" y="11223"/>
                    <a:pt x="16089" y="11137"/>
                    <a:pt x="16801" y="10964"/>
                  </a:cubicBezTo>
                  <a:lnTo>
                    <a:pt x="16801" y="10964"/>
                  </a:lnTo>
                  <a:cubicBezTo>
                    <a:pt x="16804" y="10968"/>
                    <a:pt x="16806" y="10972"/>
                    <a:pt x="16809" y="10977"/>
                  </a:cubicBezTo>
                  <a:cubicBezTo>
                    <a:pt x="17174" y="11615"/>
                    <a:pt x="17599" y="12223"/>
                    <a:pt x="18055" y="12770"/>
                  </a:cubicBezTo>
                  <a:cubicBezTo>
                    <a:pt x="18937" y="13925"/>
                    <a:pt x="20061" y="14806"/>
                    <a:pt x="21368" y="15445"/>
                  </a:cubicBezTo>
                  <a:cubicBezTo>
                    <a:pt x="21877" y="15680"/>
                    <a:pt x="22411" y="15840"/>
                    <a:pt x="22956" y="15924"/>
                  </a:cubicBezTo>
                  <a:lnTo>
                    <a:pt x="22956" y="15924"/>
                  </a:lnTo>
                  <a:cubicBezTo>
                    <a:pt x="23159" y="16341"/>
                    <a:pt x="23401" y="16740"/>
                    <a:pt x="23678" y="17116"/>
                  </a:cubicBezTo>
                  <a:cubicBezTo>
                    <a:pt x="24225" y="17846"/>
                    <a:pt x="24894" y="18454"/>
                    <a:pt x="25654" y="18940"/>
                  </a:cubicBezTo>
                  <a:cubicBezTo>
                    <a:pt x="25692" y="18962"/>
                    <a:pt x="25729" y="18983"/>
                    <a:pt x="25766" y="19003"/>
                  </a:cubicBezTo>
                  <a:lnTo>
                    <a:pt x="25766" y="19003"/>
                  </a:lnTo>
                  <a:cubicBezTo>
                    <a:pt x="25738" y="18983"/>
                    <a:pt x="25711" y="18962"/>
                    <a:pt x="25684" y="18940"/>
                  </a:cubicBezTo>
                  <a:cubicBezTo>
                    <a:pt x="24925" y="18454"/>
                    <a:pt x="24286" y="17846"/>
                    <a:pt x="23739" y="17116"/>
                  </a:cubicBezTo>
                  <a:cubicBezTo>
                    <a:pt x="23469" y="16747"/>
                    <a:pt x="23233" y="16351"/>
                    <a:pt x="23034" y="15935"/>
                  </a:cubicBezTo>
                  <a:lnTo>
                    <a:pt x="23034" y="15935"/>
                  </a:lnTo>
                  <a:cubicBezTo>
                    <a:pt x="23309" y="15974"/>
                    <a:pt x="23587" y="15993"/>
                    <a:pt x="23865" y="15993"/>
                  </a:cubicBezTo>
                  <a:cubicBezTo>
                    <a:pt x="24361" y="15993"/>
                    <a:pt x="24860" y="15932"/>
                    <a:pt x="25350" y="15809"/>
                  </a:cubicBezTo>
                  <a:cubicBezTo>
                    <a:pt x="26627" y="15475"/>
                    <a:pt x="27660" y="14594"/>
                    <a:pt x="28207" y="13408"/>
                  </a:cubicBezTo>
                  <a:cubicBezTo>
                    <a:pt x="28481" y="12861"/>
                    <a:pt x="28602" y="12223"/>
                    <a:pt x="28542" y="11615"/>
                  </a:cubicBezTo>
                  <a:cubicBezTo>
                    <a:pt x="28371" y="9934"/>
                    <a:pt x="26971" y="8680"/>
                    <a:pt x="25319" y="8680"/>
                  </a:cubicBezTo>
                  <a:cubicBezTo>
                    <a:pt x="25209" y="8680"/>
                    <a:pt x="25098" y="8685"/>
                    <a:pt x="24985" y="8697"/>
                  </a:cubicBezTo>
                  <a:cubicBezTo>
                    <a:pt x="24469" y="8788"/>
                    <a:pt x="23982" y="9031"/>
                    <a:pt x="23587" y="9366"/>
                  </a:cubicBezTo>
                  <a:cubicBezTo>
                    <a:pt x="23253" y="9700"/>
                    <a:pt x="22949" y="10095"/>
                    <a:pt x="22736" y="10551"/>
                  </a:cubicBezTo>
                  <a:cubicBezTo>
                    <a:pt x="22341" y="11372"/>
                    <a:pt x="22189" y="12253"/>
                    <a:pt x="22219" y="13165"/>
                  </a:cubicBezTo>
                  <a:cubicBezTo>
                    <a:pt x="22278" y="14078"/>
                    <a:pt x="22510" y="14966"/>
                    <a:pt x="22892" y="15790"/>
                  </a:cubicBezTo>
                  <a:lnTo>
                    <a:pt x="22892" y="15790"/>
                  </a:lnTo>
                  <a:cubicBezTo>
                    <a:pt x="22391" y="15701"/>
                    <a:pt x="21899" y="15546"/>
                    <a:pt x="21429" y="15323"/>
                  </a:cubicBezTo>
                  <a:cubicBezTo>
                    <a:pt x="20183" y="14715"/>
                    <a:pt x="19058" y="13834"/>
                    <a:pt x="18207" y="12709"/>
                  </a:cubicBezTo>
                  <a:cubicBezTo>
                    <a:pt x="17762" y="12156"/>
                    <a:pt x="17324" y="11564"/>
                    <a:pt x="16957" y="10925"/>
                  </a:cubicBezTo>
                  <a:lnTo>
                    <a:pt x="16957" y="10925"/>
                  </a:lnTo>
                  <a:cubicBezTo>
                    <a:pt x="17990" y="10656"/>
                    <a:pt x="18981" y="10206"/>
                    <a:pt x="19879" y="9578"/>
                  </a:cubicBezTo>
                  <a:cubicBezTo>
                    <a:pt x="20548" y="9122"/>
                    <a:pt x="21034" y="8484"/>
                    <a:pt x="21338" y="7724"/>
                  </a:cubicBezTo>
                  <a:cubicBezTo>
                    <a:pt x="21642" y="6964"/>
                    <a:pt x="21611" y="6083"/>
                    <a:pt x="21308" y="5323"/>
                  </a:cubicBezTo>
                  <a:cubicBezTo>
                    <a:pt x="21125" y="4958"/>
                    <a:pt x="20852" y="4624"/>
                    <a:pt x="20548" y="4381"/>
                  </a:cubicBezTo>
                  <a:cubicBezTo>
                    <a:pt x="20213" y="4138"/>
                    <a:pt x="19818" y="3986"/>
                    <a:pt x="19393" y="3955"/>
                  </a:cubicBezTo>
                  <a:cubicBezTo>
                    <a:pt x="19279" y="3943"/>
                    <a:pt x="19166" y="3936"/>
                    <a:pt x="19053" y="3936"/>
                  </a:cubicBezTo>
                  <a:cubicBezTo>
                    <a:pt x="18349" y="3936"/>
                    <a:pt x="17663" y="4178"/>
                    <a:pt x="17113" y="4624"/>
                  </a:cubicBezTo>
                  <a:cubicBezTo>
                    <a:pt x="16505" y="5141"/>
                    <a:pt x="16110" y="5840"/>
                    <a:pt x="15927" y="6630"/>
                  </a:cubicBezTo>
                  <a:cubicBezTo>
                    <a:pt x="15745" y="7359"/>
                    <a:pt x="15775" y="8150"/>
                    <a:pt x="15958" y="8910"/>
                  </a:cubicBezTo>
                  <a:cubicBezTo>
                    <a:pt x="16126" y="9583"/>
                    <a:pt x="16372" y="10230"/>
                    <a:pt x="16719" y="10827"/>
                  </a:cubicBezTo>
                  <a:lnTo>
                    <a:pt x="16719" y="10827"/>
                  </a:lnTo>
                  <a:cubicBezTo>
                    <a:pt x="16037" y="10991"/>
                    <a:pt x="15338" y="11073"/>
                    <a:pt x="14636" y="11073"/>
                  </a:cubicBezTo>
                  <a:cubicBezTo>
                    <a:pt x="13511" y="11073"/>
                    <a:pt x="12380" y="10861"/>
                    <a:pt x="11307" y="10429"/>
                  </a:cubicBezTo>
                  <a:cubicBezTo>
                    <a:pt x="10000" y="9882"/>
                    <a:pt x="8906" y="8970"/>
                    <a:pt x="8085" y="7815"/>
                  </a:cubicBezTo>
                  <a:cubicBezTo>
                    <a:pt x="7721" y="7306"/>
                    <a:pt x="7427" y="6741"/>
                    <a:pt x="7216" y="6143"/>
                  </a:cubicBezTo>
                  <a:lnTo>
                    <a:pt x="7216" y="6143"/>
                  </a:lnTo>
                  <a:cubicBezTo>
                    <a:pt x="8065" y="6132"/>
                    <a:pt x="8938" y="5980"/>
                    <a:pt x="9727" y="5688"/>
                  </a:cubicBezTo>
                  <a:cubicBezTo>
                    <a:pt x="10699" y="5323"/>
                    <a:pt x="11490" y="4624"/>
                    <a:pt x="11915" y="3712"/>
                  </a:cubicBezTo>
                  <a:cubicBezTo>
                    <a:pt x="12128" y="3195"/>
                    <a:pt x="12219" y="2648"/>
                    <a:pt x="12158" y="2101"/>
                  </a:cubicBezTo>
                  <a:cubicBezTo>
                    <a:pt x="12098" y="1524"/>
                    <a:pt x="11854" y="976"/>
                    <a:pt x="11429" y="581"/>
                  </a:cubicBezTo>
                  <a:cubicBezTo>
                    <a:pt x="11002" y="211"/>
                    <a:pt x="10441" y="1"/>
                    <a:pt x="9872" y="1"/>
                  </a:cubicBezTo>
                  <a:close/>
                  <a:moveTo>
                    <a:pt x="25766" y="19003"/>
                  </a:moveTo>
                  <a:lnTo>
                    <a:pt x="25766" y="19003"/>
                  </a:lnTo>
                  <a:cubicBezTo>
                    <a:pt x="25928" y="19119"/>
                    <a:pt x="26106" y="19201"/>
                    <a:pt x="26262" y="19305"/>
                  </a:cubicBezTo>
                  <a:lnTo>
                    <a:pt x="26475" y="19366"/>
                  </a:lnTo>
                  <a:lnTo>
                    <a:pt x="26475" y="19366"/>
                  </a:lnTo>
                  <a:lnTo>
                    <a:pt x="26262" y="19275"/>
                  </a:lnTo>
                  <a:cubicBezTo>
                    <a:pt x="26087" y="19175"/>
                    <a:pt x="25933" y="19095"/>
                    <a:pt x="25766" y="190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7"/>
            <p:cNvSpPr/>
            <p:nvPr/>
          </p:nvSpPr>
          <p:spPr>
            <a:xfrm>
              <a:off x="2792875" y="3005075"/>
              <a:ext cx="247750" cy="237700"/>
            </a:xfrm>
            <a:custGeom>
              <a:avLst/>
              <a:gdLst/>
              <a:ahLst/>
              <a:cxnLst/>
              <a:rect l="l" t="t" r="r" b="b"/>
              <a:pathLst>
                <a:path w="9910" h="9508" extrusionOk="0">
                  <a:moveTo>
                    <a:pt x="3042" y="177"/>
                  </a:moveTo>
                  <a:cubicBezTo>
                    <a:pt x="3226" y="177"/>
                    <a:pt x="3421" y="224"/>
                    <a:pt x="3587" y="328"/>
                  </a:cubicBezTo>
                  <a:cubicBezTo>
                    <a:pt x="3800" y="480"/>
                    <a:pt x="4013" y="662"/>
                    <a:pt x="4165" y="905"/>
                  </a:cubicBezTo>
                  <a:cubicBezTo>
                    <a:pt x="4317" y="1118"/>
                    <a:pt x="4408" y="1361"/>
                    <a:pt x="4499" y="1635"/>
                  </a:cubicBezTo>
                  <a:cubicBezTo>
                    <a:pt x="4560" y="1878"/>
                    <a:pt x="4590" y="2121"/>
                    <a:pt x="4621" y="2394"/>
                  </a:cubicBezTo>
                  <a:cubicBezTo>
                    <a:pt x="4621" y="2881"/>
                    <a:pt x="4529" y="3367"/>
                    <a:pt x="4377" y="3853"/>
                  </a:cubicBezTo>
                  <a:cubicBezTo>
                    <a:pt x="4073" y="4644"/>
                    <a:pt x="3617" y="5373"/>
                    <a:pt x="2979" y="5951"/>
                  </a:cubicBezTo>
                  <a:cubicBezTo>
                    <a:pt x="2789" y="6129"/>
                    <a:pt x="2594" y="6298"/>
                    <a:pt x="2394" y="6458"/>
                  </a:cubicBezTo>
                  <a:lnTo>
                    <a:pt x="2394" y="6458"/>
                  </a:lnTo>
                  <a:cubicBezTo>
                    <a:pt x="2129" y="6117"/>
                    <a:pt x="1916" y="5733"/>
                    <a:pt x="1763" y="5312"/>
                  </a:cubicBezTo>
                  <a:cubicBezTo>
                    <a:pt x="1551" y="4705"/>
                    <a:pt x="1459" y="4036"/>
                    <a:pt x="1459" y="3367"/>
                  </a:cubicBezTo>
                  <a:cubicBezTo>
                    <a:pt x="1459" y="2729"/>
                    <a:pt x="1520" y="2091"/>
                    <a:pt x="1672" y="1452"/>
                  </a:cubicBezTo>
                  <a:cubicBezTo>
                    <a:pt x="1854" y="875"/>
                    <a:pt x="2219" y="297"/>
                    <a:pt x="2797" y="206"/>
                  </a:cubicBezTo>
                  <a:cubicBezTo>
                    <a:pt x="2874" y="187"/>
                    <a:pt x="2957" y="177"/>
                    <a:pt x="3042" y="177"/>
                  </a:cubicBezTo>
                  <a:close/>
                  <a:moveTo>
                    <a:pt x="8449" y="540"/>
                  </a:moveTo>
                  <a:cubicBezTo>
                    <a:pt x="8629" y="540"/>
                    <a:pt x="8805" y="581"/>
                    <a:pt x="8967" y="662"/>
                  </a:cubicBezTo>
                  <a:cubicBezTo>
                    <a:pt x="9210" y="814"/>
                    <a:pt x="9423" y="1027"/>
                    <a:pt x="9545" y="1270"/>
                  </a:cubicBezTo>
                  <a:cubicBezTo>
                    <a:pt x="9666" y="1574"/>
                    <a:pt x="9727" y="1847"/>
                    <a:pt x="9727" y="2151"/>
                  </a:cubicBezTo>
                  <a:cubicBezTo>
                    <a:pt x="9697" y="3489"/>
                    <a:pt x="9241" y="4735"/>
                    <a:pt x="8420" y="5768"/>
                  </a:cubicBezTo>
                  <a:cubicBezTo>
                    <a:pt x="7964" y="6316"/>
                    <a:pt x="7447" y="6771"/>
                    <a:pt x="6839" y="7106"/>
                  </a:cubicBezTo>
                  <a:cubicBezTo>
                    <a:pt x="6644" y="7223"/>
                    <a:pt x="6443" y="7324"/>
                    <a:pt x="6235" y="7409"/>
                  </a:cubicBezTo>
                  <a:lnTo>
                    <a:pt x="6235" y="7409"/>
                  </a:lnTo>
                  <a:cubicBezTo>
                    <a:pt x="6126" y="7051"/>
                    <a:pt x="6042" y="6688"/>
                    <a:pt x="5988" y="6316"/>
                  </a:cubicBezTo>
                  <a:cubicBezTo>
                    <a:pt x="5867" y="5464"/>
                    <a:pt x="5897" y="4583"/>
                    <a:pt x="6110" y="3762"/>
                  </a:cubicBezTo>
                  <a:cubicBezTo>
                    <a:pt x="6323" y="2729"/>
                    <a:pt x="6809" y="1787"/>
                    <a:pt x="7478" y="1027"/>
                  </a:cubicBezTo>
                  <a:cubicBezTo>
                    <a:pt x="7690" y="814"/>
                    <a:pt x="7903" y="662"/>
                    <a:pt x="8177" y="571"/>
                  </a:cubicBezTo>
                  <a:cubicBezTo>
                    <a:pt x="8268" y="550"/>
                    <a:pt x="8359" y="540"/>
                    <a:pt x="8449" y="540"/>
                  </a:cubicBezTo>
                  <a:close/>
                  <a:moveTo>
                    <a:pt x="92" y="7926"/>
                  </a:moveTo>
                  <a:lnTo>
                    <a:pt x="0" y="7987"/>
                  </a:lnTo>
                  <a:cubicBezTo>
                    <a:pt x="31" y="7987"/>
                    <a:pt x="61" y="7957"/>
                    <a:pt x="92" y="7926"/>
                  </a:cubicBezTo>
                  <a:close/>
                  <a:moveTo>
                    <a:pt x="2981" y="1"/>
                  </a:moveTo>
                  <a:cubicBezTo>
                    <a:pt x="2901" y="1"/>
                    <a:pt x="2820" y="8"/>
                    <a:pt x="2736" y="24"/>
                  </a:cubicBezTo>
                  <a:cubicBezTo>
                    <a:pt x="2432" y="115"/>
                    <a:pt x="2128" y="297"/>
                    <a:pt x="1946" y="571"/>
                  </a:cubicBezTo>
                  <a:cubicBezTo>
                    <a:pt x="1763" y="814"/>
                    <a:pt x="1611" y="1118"/>
                    <a:pt x="1520" y="1422"/>
                  </a:cubicBezTo>
                  <a:cubicBezTo>
                    <a:pt x="1338" y="2060"/>
                    <a:pt x="1247" y="2698"/>
                    <a:pt x="1277" y="3367"/>
                  </a:cubicBezTo>
                  <a:cubicBezTo>
                    <a:pt x="1247" y="4066"/>
                    <a:pt x="1368" y="4735"/>
                    <a:pt x="1581" y="5404"/>
                  </a:cubicBezTo>
                  <a:cubicBezTo>
                    <a:pt x="1734" y="5824"/>
                    <a:pt x="1959" y="6221"/>
                    <a:pt x="2241" y="6578"/>
                  </a:cubicBezTo>
                  <a:lnTo>
                    <a:pt x="2241" y="6578"/>
                  </a:lnTo>
                  <a:cubicBezTo>
                    <a:pt x="1978" y="6780"/>
                    <a:pt x="1708" y="6966"/>
                    <a:pt x="1429" y="7136"/>
                  </a:cubicBezTo>
                  <a:cubicBezTo>
                    <a:pt x="973" y="7410"/>
                    <a:pt x="608" y="7623"/>
                    <a:pt x="365" y="7775"/>
                  </a:cubicBezTo>
                  <a:lnTo>
                    <a:pt x="92" y="7926"/>
                  </a:lnTo>
                  <a:lnTo>
                    <a:pt x="396" y="7805"/>
                  </a:lnTo>
                  <a:cubicBezTo>
                    <a:pt x="639" y="7683"/>
                    <a:pt x="1003" y="7471"/>
                    <a:pt x="1459" y="7197"/>
                  </a:cubicBezTo>
                  <a:cubicBezTo>
                    <a:pt x="1752" y="7027"/>
                    <a:pt x="2030" y="6842"/>
                    <a:pt x="2295" y="6645"/>
                  </a:cubicBezTo>
                  <a:lnTo>
                    <a:pt x="2295" y="6645"/>
                  </a:lnTo>
                  <a:cubicBezTo>
                    <a:pt x="2448" y="6831"/>
                    <a:pt x="2615" y="7005"/>
                    <a:pt x="2797" y="7167"/>
                  </a:cubicBezTo>
                  <a:cubicBezTo>
                    <a:pt x="3374" y="7653"/>
                    <a:pt x="4104" y="7926"/>
                    <a:pt x="4833" y="7926"/>
                  </a:cubicBezTo>
                  <a:cubicBezTo>
                    <a:pt x="5313" y="7907"/>
                    <a:pt x="5781" y="7815"/>
                    <a:pt x="6221" y="7651"/>
                  </a:cubicBezTo>
                  <a:lnTo>
                    <a:pt x="6221" y="7651"/>
                  </a:lnTo>
                  <a:cubicBezTo>
                    <a:pt x="6288" y="7836"/>
                    <a:pt x="6362" y="8020"/>
                    <a:pt x="6444" y="8200"/>
                  </a:cubicBezTo>
                  <a:cubicBezTo>
                    <a:pt x="6627" y="8565"/>
                    <a:pt x="6839" y="8930"/>
                    <a:pt x="7083" y="9264"/>
                  </a:cubicBezTo>
                  <a:lnTo>
                    <a:pt x="7295" y="9507"/>
                  </a:lnTo>
                  <a:lnTo>
                    <a:pt x="7113" y="9234"/>
                  </a:lnTo>
                  <a:cubicBezTo>
                    <a:pt x="6870" y="8899"/>
                    <a:pt x="6687" y="8534"/>
                    <a:pt x="6505" y="8170"/>
                  </a:cubicBezTo>
                  <a:cubicBezTo>
                    <a:pt x="6432" y="7986"/>
                    <a:pt x="6364" y="7803"/>
                    <a:pt x="6303" y="7619"/>
                  </a:cubicBezTo>
                  <a:lnTo>
                    <a:pt x="6303" y="7619"/>
                  </a:lnTo>
                  <a:cubicBezTo>
                    <a:pt x="6531" y="7529"/>
                    <a:pt x="6751" y="7418"/>
                    <a:pt x="6961" y="7288"/>
                  </a:cubicBezTo>
                  <a:cubicBezTo>
                    <a:pt x="7569" y="6923"/>
                    <a:pt x="8116" y="6468"/>
                    <a:pt x="8542" y="5890"/>
                  </a:cubicBezTo>
                  <a:cubicBezTo>
                    <a:pt x="9423" y="4857"/>
                    <a:pt x="9879" y="3519"/>
                    <a:pt x="9909" y="2182"/>
                  </a:cubicBezTo>
                  <a:cubicBezTo>
                    <a:pt x="9909" y="1847"/>
                    <a:pt x="9849" y="1513"/>
                    <a:pt x="9697" y="1209"/>
                  </a:cubicBezTo>
                  <a:cubicBezTo>
                    <a:pt x="9575" y="936"/>
                    <a:pt x="9332" y="692"/>
                    <a:pt x="9058" y="510"/>
                  </a:cubicBezTo>
                  <a:cubicBezTo>
                    <a:pt x="8887" y="415"/>
                    <a:pt x="8693" y="367"/>
                    <a:pt x="8496" y="367"/>
                  </a:cubicBezTo>
                  <a:cubicBezTo>
                    <a:pt x="8379" y="367"/>
                    <a:pt x="8260" y="385"/>
                    <a:pt x="8146" y="419"/>
                  </a:cubicBezTo>
                  <a:cubicBezTo>
                    <a:pt x="7842" y="540"/>
                    <a:pt x="7569" y="692"/>
                    <a:pt x="7387" y="905"/>
                  </a:cubicBezTo>
                  <a:cubicBezTo>
                    <a:pt x="6657" y="1695"/>
                    <a:pt x="6171" y="2668"/>
                    <a:pt x="5958" y="3732"/>
                  </a:cubicBezTo>
                  <a:cubicBezTo>
                    <a:pt x="5708" y="4958"/>
                    <a:pt x="5766" y="6245"/>
                    <a:pt x="6151" y="7442"/>
                  </a:cubicBezTo>
                  <a:lnTo>
                    <a:pt x="6151" y="7442"/>
                  </a:lnTo>
                  <a:cubicBezTo>
                    <a:pt x="5736" y="7601"/>
                    <a:pt x="5297" y="7694"/>
                    <a:pt x="4833" y="7714"/>
                  </a:cubicBezTo>
                  <a:cubicBezTo>
                    <a:pt x="4134" y="7714"/>
                    <a:pt x="3435" y="7471"/>
                    <a:pt x="2918" y="7015"/>
                  </a:cubicBezTo>
                  <a:cubicBezTo>
                    <a:pt x="2749" y="6865"/>
                    <a:pt x="2593" y="6703"/>
                    <a:pt x="2450" y="6528"/>
                  </a:cubicBezTo>
                  <a:lnTo>
                    <a:pt x="2450" y="6528"/>
                  </a:lnTo>
                  <a:cubicBezTo>
                    <a:pt x="2653" y="6372"/>
                    <a:pt x="2849" y="6209"/>
                    <a:pt x="3040" y="6042"/>
                  </a:cubicBezTo>
                  <a:cubicBezTo>
                    <a:pt x="3709" y="5434"/>
                    <a:pt x="4195" y="4705"/>
                    <a:pt x="4499" y="3884"/>
                  </a:cubicBezTo>
                  <a:cubicBezTo>
                    <a:pt x="4681" y="3398"/>
                    <a:pt x="4772" y="2911"/>
                    <a:pt x="4772" y="2394"/>
                  </a:cubicBezTo>
                  <a:cubicBezTo>
                    <a:pt x="4742" y="2121"/>
                    <a:pt x="4712" y="1847"/>
                    <a:pt x="4651" y="1574"/>
                  </a:cubicBezTo>
                  <a:cubicBezTo>
                    <a:pt x="4560" y="1300"/>
                    <a:pt x="4438" y="1057"/>
                    <a:pt x="4286" y="814"/>
                  </a:cubicBezTo>
                  <a:cubicBezTo>
                    <a:pt x="4134" y="571"/>
                    <a:pt x="3921" y="358"/>
                    <a:pt x="3648" y="206"/>
                  </a:cubicBezTo>
                  <a:cubicBezTo>
                    <a:pt x="3443" y="69"/>
                    <a:pt x="3220" y="1"/>
                    <a:pt x="29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7"/>
            <p:cNvSpPr/>
            <p:nvPr/>
          </p:nvSpPr>
          <p:spPr>
            <a:xfrm>
              <a:off x="2422800" y="3112050"/>
              <a:ext cx="1365550" cy="730950"/>
            </a:xfrm>
            <a:custGeom>
              <a:avLst/>
              <a:gdLst/>
              <a:ahLst/>
              <a:cxnLst/>
              <a:rect l="l" t="t" r="r" b="b"/>
              <a:pathLst>
                <a:path w="54622" h="29238" extrusionOk="0">
                  <a:moveTo>
                    <a:pt x="1" y="0"/>
                  </a:moveTo>
                  <a:lnTo>
                    <a:pt x="1" y="0"/>
                  </a:lnTo>
                  <a:cubicBezTo>
                    <a:pt x="396" y="5775"/>
                    <a:pt x="61" y="9088"/>
                    <a:pt x="1916" y="18025"/>
                  </a:cubicBezTo>
                  <a:cubicBezTo>
                    <a:pt x="3799" y="27190"/>
                    <a:pt x="16142" y="29238"/>
                    <a:pt x="26793" y="29238"/>
                  </a:cubicBezTo>
                  <a:cubicBezTo>
                    <a:pt x="35392" y="29238"/>
                    <a:pt x="42889" y="27903"/>
                    <a:pt x="42889" y="27903"/>
                  </a:cubicBezTo>
                  <a:cubicBezTo>
                    <a:pt x="43451" y="27921"/>
                    <a:pt x="43980" y="27927"/>
                    <a:pt x="44480" y="27927"/>
                  </a:cubicBezTo>
                  <a:cubicBezTo>
                    <a:pt x="45737" y="27927"/>
                    <a:pt x="46816" y="27887"/>
                    <a:pt x="47806" y="27887"/>
                  </a:cubicBezTo>
                  <a:cubicBezTo>
                    <a:pt x="48467" y="27887"/>
                    <a:pt x="49089" y="27905"/>
                    <a:pt x="49698" y="27964"/>
                  </a:cubicBezTo>
                  <a:cubicBezTo>
                    <a:pt x="50503" y="28037"/>
                    <a:pt x="51150" y="28074"/>
                    <a:pt x="51652" y="28074"/>
                  </a:cubicBezTo>
                  <a:cubicBezTo>
                    <a:pt x="52610" y="28074"/>
                    <a:pt x="53041" y="27939"/>
                    <a:pt x="53041" y="27660"/>
                  </a:cubicBezTo>
                  <a:cubicBezTo>
                    <a:pt x="53041" y="27052"/>
                    <a:pt x="53072" y="27295"/>
                    <a:pt x="48847" y="26292"/>
                  </a:cubicBezTo>
                  <a:lnTo>
                    <a:pt x="48847" y="26292"/>
                  </a:lnTo>
                  <a:cubicBezTo>
                    <a:pt x="48848" y="26292"/>
                    <a:pt x="51562" y="26909"/>
                    <a:pt x="53022" y="26909"/>
                  </a:cubicBezTo>
                  <a:cubicBezTo>
                    <a:pt x="53736" y="26909"/>
                    <a:pt x="54150" y="26762"/>
                    <a:pt x="53801" y="26323"/>
                  </a:cubicBezTo>
                  <a:cubicBezTo>
                    <a:pt x="53614" y="26100"/>
                    <a:pt x="52761" y="25793"/>
                    <a:pt x="51782" y="25498"/>
                  </a:cubicBezTo>
                  <a:lnTo>
                    <a:pt x="51782" y="25498"/>
                  </a:lnTo>
                  <a:cubicBezTo>
                    <a:pt x="52246" y="25573"/>
                    <a:pt x="52635" y="25607"/>
                    <a:pt x="52954" y="25607"/>
                  </a:cubicBezTo>
                  <a:cubicBezTo>
                    <a:pt x="53673" y="25607"/>
                    <a:pt x="54038" y="25434"/>
                    <a:pt x="54105" y="25168"/>
                  </a:cubicBezTo>
                  <a:cubicBezTo>
                    <a:pt x="54295" y="24480"/>
                    <a:pt x="50640" y="23497"/>
                    <a:pt x="49021" y="23098"/>
                  </a:cubicBezTo>
                  <a:lnTo>
                    <a:pt x="49021" y="23098"/>
                  </a:lnTo>
                  <a:cubicBezTo>
                    <a:pt x="50343" y="23408"/>
                    <a:pt x="53007" y="24013"/>
                    <a:pt x="53704" y="24013"/>
                  </a:cubicBezTo>
                  <a:cubicBezTo>
                    <a:pt x="53717" y="24013"/>
                    <a:pt x="53729" y="24013"/>
                    <a:pt x="53740" y="24013"/>
                  </a:cubicBezTo>
                  <a:cubicBezTo>
                    <a:pt x="54622" y="23952"/>
                    <a:pt x="53892" y="23192"/>
                    <a:pt x="53132" y="22706"/>
                  </a:cubicBezTo>
                  <a:cubicBezTo>
                    <a:pt x="52251" y="22189"/>
                    <a:pt x="46780" y="19879"/>
                    <a:pt x="45229" y="19119"/>
                  </a:cubicBezTo>
                  <a:cubicBezTo>
                    <a:pt x="44652" y="18906"/>
                    <a:pt x="44378" y="18237"/>
                    <a:pt x="44682" y="17690"/>
                  </a:cubicBezTo>
                  <a:lnTo>
                    <a:pt x="44682" y="17690"/>
                  </a:lnTo>
                  <a:cubicBezTo>
                    <a:pt x="45262" y="17818"/>
                    <a:pt x="45838" y="17870"/>
                    <a:pt x="46378" y="17870"/>
                  </a:cubicBezTo>
                  <a:cubicBezTo>
                    <a:pt x="48018" y="17870"/>
                    <a:pt x="49325" y="17395"/>
                    <a:pt x="49394" y="17143"/>
                  </a:cubicBezTo>
                  <a:cubicBezTo>
                    <a:pt x="49485" y="16839"/>
                    <a:pt x="43406" y="15684"/>
                    <a:pt x="43406" y="15684"/>
                  </a:cubicBezTo>
                  <a:lnTo>
                    <a:pt x="42129" y="16748"/>
                  </a:lnTo>
                  <a:cubicBezTo>
                    <a:pt x="41521" y="17234"/>
                    <a:pt x="40974" y="17629"/>
                    <a:pt x="40518" y="17964"/>
                  </a:cubicBezTo>
                  <a:cubicBezTo>
                    <a:pt x="39034" y="18104"/>
                    <a:pt x="36489" y="18307"/>
                    <a:pt x="33397" y="18307"/>
                  </a:cubicBezTo>
                  <a:cubicBezTo>
                    <a:pt x="28447" y="18307"/>
                    <a:pt x="22095" y="17787"/>
                    <a:pt x="16445" y="15654"/>
                  </a:cubicBezTo>
                  <a:cubicBezTo>
                    <a:pt x="13071" y="14347"/>
                    <a:pt x="13071" y="851"/>
                    <a:pt x="13071" y="85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7"/>
            <p:cNvSpPr/>
            <p:nvPr/>
          </p:nvSpPr>
          <p:spPr>
            <a:xfrm>
              <a:off x="3580125" y="3755825"/>
              <a:ext cx="145925" cy="31200"/>
            </a:xfrm>
            <a:custGeom>
              <a:avLst/>
              <a:gdLst/>
              <a:ahLst/>
              <a:cxnLst/>
              <a:rect l="l" t="t" r="r" b="b"/>
              <a:pathLst>
                <a:path w="5837" h="1248" extrusionOk="0">
                  <a:moveTo>
                    <a:pt x="159" y="1"/>
                  </a:moveTo>
                  <a:cubicBezTo>
                    <a:pt x="81" y="1"/>
                    <a:pt x="36" y="8"/>
                    <a:pt x="31" y="24"/>
                  </a:cubicBezTo>
                  <a:cubicBezTo>
                    <a:pt x="0" y="146"/>
                    <a:pt x="1277" y="480"/>
                    <a:pt x="2888" y="815"/>
                  </a:cubicBezTo>
                  <a:cubicBezTo>
                    <a:pt x="4135" y="1079"/>
                    <a:pt x="5211" y="1248"/>
                    <a:pt x="5625" y="1248"/>
                  </a:cubicBezTo>
                  <a:cubicBezTo>
                    <a:pt x="5736" y="1248"/>
                    <a:pt x="5799" y="1236"/>
                    <a:pt x="5806" y="1210"/>
                  </a:cubicBezTo>
                  <a:cubicBezTo>
                    <a:pt x="5836" y="1119"/>
                    <a:pt x="4560" y="754"/>
                    <a:pt x="2949" y="420"/>
                  </a:cubicBezTo>
                  <a:cubicBezTo>
                    <a:pt x="1645" y="169"/>
                    <a:pt x="527" y="1"/>
                    <a:pt x="159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7"/>
            <p:cNvSpPr/>
            <p:nvPr/>
          </p:nvSpPr>
          <p:spPr>
            <a:xfrm>
              <a:off x="3584675" y="3714725"/>
              <a:ext cx="154275" cy="42150"/>
            </a:xfrm>
            <a:custGeom>
              <a:avLst/>
              <a:gdLst/>
              <a:ahLst/>
              <a:cxnLst/>
              <a:rect l="l" t="t" r="r" b="b"/>
              <a:pathLst>
                <a:path w="6171" h="1686" extrusionOk="0">
                  <a:moveTo>
                    <a:pt x="134" y="0"/>
                  </a:moveTo>
                  <a:cubicBezTo>
                    <a:pt x="71" y="0"/>
                    <a:pt x="36" y="9"/>
                    <a:pt x="31" y="27"/>
                  </a:cubicBezTo>
                  <a:cubicBezTo>
                    <a:pt x="1" y="118"/>
                    <a:pt x="1368" y="574"/>
                    <a:pt x="3040" y="1030"/>
                  </a:cubicBezTo>
                  <a:cubicBezTo>
                    <a:pt x="4496" y="1427"/>
                    <a:pt x="5744" y="1686"/>
                    <a:pt x="6063" y="1686"/>
                  </a:cubicBezTo>
                  <a:cubicBezTo>
                    <a:pt x="6110" y="1686"/>
                    <a:pt x="6137" y="1680"/>
                    <a:pt x="6141" y="1668"/>
                  </a:cubicBezTo>
                  <a:cubicBezTo>
                    <a:pt x="6171" y="1547"/>
                    <a:pt x="4834" y="1091"/>
                    <a:pt x="3131" y="665"/>
                  </a:cubicBezTo>
                  <a:cubicBezTo>
                    <a:pt x="1711" y="278"/>
                    <a:pt x="487" y="0"/>
                    <a:pt x="134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7"/>
            <p:cNvSpPr/>
            <p:nvPr/>
          </p:nvSpPr>
          <p:spPr>
            <a:xfrm>
              <a:off x="3590750" y="3671650"/>
              <a:ext cx="144425" cy="41925"/>
            </a:xfrm>
            <a:custGeom>
              <a:avLst/>
              <a:gdLst/>
              <a:ahLst/>
              <a:cxnLst/>
              <a:rect l="l" t="t" r="r" b="b"/>
              <a:pathLst>
                <a:path w="5777" h="1677" extrusionOk="0">
                  <a:moveTo>
                    <a:pt x="105" y="0"/>
                  </a:moveTo>
                  <a:cubicBezTo>
                    <a:pt x="60" y="0"/>
                    <a:pt x="35" y="6"/>
                    <a:pt x="31" y="18"/>
                  </a:cubicBezTo>
                  <a:cubicBezTo>
                    <a:pt x="1" y="139"/>
                    <a:pt x="1247" y="565"/>
                    <a:pt x="2828" y="1021"/>
                  </a:cubicBezTo>
                  <a:cubicBezTo>
                    <a:pt x="4204" y="1418"/>
                    <a:pt x="5373" y="1676"/>
                    <a:pt x="5672" y="1676"/>
                  </a:cubicBezTo>
                  <a:cubicBezTo>
                    <a:pt x="5716" y="1676"/>
                    <a:pt x="5742" y="1671"/>
                    <a:pt x="5746" y="1659"/>
                  </a:cubicBezTo>
                  <a:cubicBezTo>
                    <a:pt x="5776" y="1537"/>
                    <a:pt x="4530" y="1112"/>
                    <a:pt x="2949" y="656"/>
                  </a:cubicBezTo>
                  <a:cubicBezTo>
                    <a:pt x="1573" y="259"/>
                    <a:pt x="404" y="0"/>
                    <a:pt x="105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7"/>
            <p:cNvSpPr/>
            <p:nvPr/>
          </p:nvSpPr>
          <p:spPr>
            <a:xfrm>
              <a:off x="2356700" y="2802125"/>
              <a:ext cx="447600" cy="574375"/>
            </a:xfrm>
            <a:custGeom>
              <a:avLst/>
              <a:gdLst/>
              <a:ahLst/>
              <a:cxnLst/>
              <a:rect l="l" t="t" r="r" b="b"/>
              <a:pathLst>
                <a:path w="17904" h="22975" extrusionOk="0">
                  <a:moveTo>
                    <a:pt x="8184" y="0"/>
                  </a:moveTo>
                  <a:cubicBezTo>
                    <a:pt x="5911" y="0"/>
                    <a:pt x="3776" y="1102"/>
                    <a:pt x="2462" y="2974"/>
                  </a:cubicBezTo>
                  <a:cubicBezTo>
                    <a:pt x="1186" y="4737"/>
                    <a:pt x="0" y="7625"/>
                    <a:pt x="578" y="11880"/>
                  </a:cubicBezTo>
                  <a:cubicBezTo>
                    <a:pt x="1733" y="20209"/>
                    <a:pt x="2645" y="22975"/>
                    <a:pt x="2645" y="22975"/>
                  </a:cubicBezTo>
                  <a:lnTo>
                    <a:pt x="17903" y="20543"/>
                  </a:lnTo>
                  <a:lnTo>
                    <a:pt x="15836" y="6591"/>
                  </a:lnTo>
                  <a:cubicBezTo>
                    <a:pt x="15836" y="6591"/>
                    <a:pt x="13982" y="543"/>
                    <a:pt x="8785" y="26"/>
                  </a:cubicBezTo>
                  <a:cubicBezTo>
                    <a:pt x="8584" y="9"/>
                    <a:pt x="8383" y="0"/>
                    <a:pt x="818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7"/>
            <p:cNvSpPr/>
            <p:nvPr/>
          </p:nvSpPr>
          <p:spPr>
            <a:xfrm>
              <a:off x="2356700" y="2802125"/>
              <a:ext cx="447600" cy="574375"/>
            </a:xfrm>
            <a:custGeom>
              <a:avLst/>
              <a:gdLst/>
              <a:ahLst/>
              <a:cxnLst/>
              <a:rect l="l" t="t" r="r" b="b"/>
              <a:pathLst>
                <a:path w="17904" h="22975" extrusionOk="0">
                  <a:moveTo>
                    <a:pt x="8184" y="0"/>
                  </a:moveTo>
                  <a:cubicBezTo>
                    <a:pt x="5911" y="0"/>
                    <a:pt x="3776" y="1102"/>
                    <a:pt x="2462" y="2974"/>
                  </a:cubicBezTo>
                  <a:cubicBezTo>
                    <a:pt x="1186" y="4737"/>
                    <a:pt x="0" y="7625"/>
                    <a:pt x="578" y="11880"/>
                  </a:cubicBezTo>
                  <a:cubicBezTo>
                    <a:pt x="1733" y="20209"/>
                    <a:pt x="2645" y="22975"/>
                    <a:pt x="2645" y="22975"/>
                  </a:cubicBezTo>
                  <a:lnTo>
                    <a:pt x="17903" y="20543"/>
                  </a:lnTo>
                  <a:lnTo>
                    <a:pt x="15836" y="6591"/>
                  </a:lnTo>
                  <a:cubicBezTo>
                    <a:pt x="15836" y="6591"/>
                    <a:pt x="13982" y="543"/>
                    <a:pt x="8785" y="26"/>
                  </a:cubicBezTo>
                  <a:cubicBezTo>
                    <a:pt x="8584" y="9"/>
                    <a:pt x="8383" y="0"/>
                    <a:pt x="8184" y="0"/>
                  </a:cubicBez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7"/>
            <p:cNvSpPr/>
            <p:nvPr/>
          </p:nvSpPr>
          <p:spPr>
            <a:xfrm>
              <a:off x="2926600" y="3502625"/>
              <a:ext cx="611750" cy="69350"/>
            </a:xfrm>
            <a:custGeom>
              <a:avLst/>
              <a:gdLst/>
              <a:ahLst/>
              <a:cxnLst/>
              <a:rect l="l" t="t" r="r" b="b"/>
              <a:pathLst>
                <a:path w="24470" h="2774" extrusionOk="0">
                  <a:moveTo>
                    <a:pt x="23254" y="0"/>
                  </a:moveTo>
                  <a:cubicBezTo>
                    <a:pt x="23011" y="0"/>
                    <a:pt x="22798" y="92"/>
                    <a:pt x="22615" y="244"/>
                  </a:cubicBezTo>
                  <a:cubicBezTo>
                    <a:pt x="22372" y="365"/>
                    <a:pt x="22159" y="547"/>
                    <a:pt x="21947" y="730"/>
                  </a:cubicBezTo>
                  <a:cubicBezTo>
                    <a:pt x="21470" y="1147"/>
                    <a:pt x="20993" y="1593"/>
                    <a:pt x="20574" y="2069"/>
                  </a:cubicBezTo>
                  <a:lnTo>
                    <a:pt x="20574" y="2069"/>
                  </a:lnTo>
                  <a:cubicBezTo>
                    <a:pt x="19390" y="2402"/>
                    <a:pt x="18206" y="2584"/>
                    <a:pt x="16992" y="2584"/>
                  </a:cubicBezTo>
                  <a:cubicBezTo>
                    <a:pt x="16812" y="2588"/>
                    <a:pt x="16631" y="2590"/>
                    <a:pt x="16448" y="2590"/>
                  </a:cubicBezTo>
                  <a:cubicBezTo>
                    <a:pt x="15240" y="2590"/>
                    <a:pt x="13966" y="2507"/>
                    <a:pt x="12646" y="2402"/>
                  </a:cubicBezTo>
                  <a:cubicBezTo>
                    <a:pt x="9150" y="2158"/>
                    <a:pt x="5959" y="1976"/>
                    <a:pt x="3679" y="1703"/>
                  </a:cubicBezTo>
                  <a:cubicBezTo>
                    <a:pt x="2524" y="1551"/>
                    <a:pt x="1612" y="1429"/>
                    <a:pt x="974" y="1307"/>
                  </a:cubicBezTo>
                  <a:lnTo>
                    <a:pt x="244" y="1186"/>
                  </a:lnTo>
                  <a:cubicBezTo>
                    <a:pt x="153" y="1155"/>
                    <a:pt x="62" y="1155"/>
                    <a:pt x="1" y="1155"/>
                  </a:cubicBezTo>
                  <a:cubicBezTo>
                    <a:pt x="62" y="1186"/>
                    <a:pt x="153" y="1216"/>
                    <a:pt x="244" y="1216"/>
                  </a:cubicBezTo>
                  <a:cubicBezTo>
                    <a:pt x="396" y="1277"/>
                    <a:pt x="639" y="1338"/>
                    <a:pt x="974" y="1399"/>
                  </a:cubicBezTo>
                  <a:cubicBezTo>
                    <a:pt x="1612" y="1520"/>
                    <a:pt x="2524" y="1672"/>
                    <a:pt x="3648" y="1824"/>
                  </a:cubicBezTo>
                  <a:cubicBezTo>
                    <a:pt x="5959" y="2158"/>
                    <a:pt x="9120" y="2341"/>
                    <a:pt x="12646" y="2584"/>
                  </a:cubicBezTo>
                  <a:cubicBezTo>
                    <a:pt x="13836" y="2711"/>
                    <a:pt x="15048" y="2774"/>
                    <a:pt x="16263" y="2774"/>
                  </a:cubicBezTo>
                  <a:cubicBezTo>
                    <a:pt x="16506" y="2774"/>
                    <a:pt x="16749" y="2771"/>
                    <a:pt x="16992" y="2766"/>
                  </a:cubicBezTo>
                  <a:cubicBezTo>
                    <a:pt x="18208" y="2766"/>
                    <a:pt x="19424" y="2554"/>
                    <a:pt x="20609" y="2219"/>
                  </a:cubicBezTo>
                  <a:cubicBezTo>
                    <a:pt x="21065" y="1733"/>
                    <a:pt x="21521" y="1277"/>
                    <a:pt x="22007" y="821"/>
                  </a:cubicBezTo>
                  <a:cubicBezTo>
                    <a:pt x="22190" y="669"/>
                    <a:pt x="22403" y="487"/>
                    <a:pt x="22615" y="335"/>
                  </a:cubicBezTo>
                  <a:cubicBezTo>
                    <a:pt x="22798" y="213"/>
                    <a:pt x="22980" y="122"/>
                    <a:pt x="23223" y="92"/>
                  </a:cubicBezTo>
                  <a:cubicBezTo>
                    <a:pt x="23618" y="152"/>
                    <a:pt x="23922" y="244"/>
                    <a:pt x="24135" y="274"/>
                  </a:cubicBezTo>
                  <a:cubicBezTo>
                    <a:pt x="24257" y="274"/>
                    <a:pt x="24348" y="304"/>
                    <a:pt x="24470" y="304"/>
                  </a:cubicBezTo>
                  <a:cubicBezTo>
                    <a:pt x="24378" y="274"/>
                    <a:pt x="24287" y="213"/>
                    <a:pt x="24196" y="183"/>
                  </a:cubicBezTo>
                  <a:cubicBezTo>
                    <a:pt x="23983" y="152"/>
                    <a:pt x="23679" y="61"/>
                    <a:pt x="23254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7"/>
            <p:cNvSpPr/>
            <p:nvPr/>
          </p:nvSpPr>
          <p:spPr>
            <a:xfrm>
              <a:off x="2389375" y="2966900"/>
              <a:ext cx="389075" cy="203825"/>
            </a:xfrm>
            <a:custGeom>
              <a:avLst/>
              <a:gdLst/>
              <a:ahLst/>
              <a:cxnLst/>
              <a:rect l="l" t="t" r="r" b="b"/>
              <a:pathLst>
                <a:path w="15563" h="8153" extrusionOk="0">
                  <a:moveTo>
                    <a:pt x="9940" y="183"/>
                  </a:moveTo>
                  <a:cubicBezTo>
                    <a:pt x="10244" y="183"/>
                    <a:pt x="10578" y="244"/>
                    <a:pt x="10852" y="396"/>
                  </a:cubicBezTo>
                  <a:cubicBezTo>
                    <a:pt x="11125" y="578"/>
                    <a:pt x="11399" y="760"/>
                    <a:pt x="11642" y="1004"/>
                  </a:cubicBezTo>
                  <a:cubicBezTo>
                    <a:pt x="11855" y="1247"/>
                    <a:pt x="12067" y="1551"/>
                    <a:pt x="12219" y="1855"/>
                  </a:cubicBezTo>
                  <a:cubicBezTo>
                    <a:pt x="12851" y="3088"/>
                    <a:pt x="12750" y="4566"/>
                    <a:pt x="11996" y="5750"/>
                  </a:cubicBezTo>
                  <a:lnTo>
                    <a:pt x="11996" y="5750"/>
                  </a:lnTo>
                  <a:cubicBezTo>
                    <a:pt x="11886" y="5701"/>
                    <a:pt x="11778" y="5649"/>
                    <a:pt x="11672" y="5593"/>
                  </a:cubicBezTo>
                  <a:cubicBezTo>
                    <a:pt x="11277" y="5380"/>
                    <a:pt x="10912" y="5137"/>
                    <a:pt x="10548" y="4833"/>
                  </a:cubicBezTo>
                  <a:cubicBezTo>
                    <a:pt x="10183" y="4499"/>
                    <a:pt x="9848" y="4104"/>
                    <a:pt x="9575" y="3678"/>
                  </a:cubicBezTo>
                  <a:cubicBezTo>
                    <a:pt x="9241" y="3222"/>
                    <a:pt x="9028" y="2736"/>
                    <a:pt x="8876" y="2189"/>
                  </a:cubicBezTo>
                  <a:cubicBezTo>
                    <a:pt x="8815" y="1915"/>
                    <a:pt x="8815" y="1611"/>
                    <a:pt x="8815" y="1338"/>
                  </a:cubicBezTo>
                  <a:cubicBezTo>
                    <a:pt x="8845" y="1034"/>
                    <a:pt x="8967" y="760"/>
                    <a:pt x="9149" y="517"/>
                  </a:cubicBezTo>
                  <a:cubicBezTo>
                    <a:pt x="9362" y="304"/>
                    <a:pt x="9636" y="183"/>
                    <a:pt x="9940" y="183"/>
                  </a:cubicBezTo>
                  <a:close/>
                  <a:moveTo>
                    <a:pt x="4815" y="871"/>
                  </a:moveTo>
                  <a:cubicBezTo>
                    <a:pt x="5072" y="871"/>
                    <a:pt x="5320" y="916"/>
                    <a:pt x="5532" y="1034"/>
                  </a:cubicBezTo>
                  <a:cubicBezTo>
                    <a:pt x="6079" y="1338"/>
                    <a:pt x="6505" y="1885"/>
                    <a:pt x="6627" y="2493"/>
                  </a:cubicBezTo>
                  <a:cubicBezTo>
                    <a:pt x="6778" y="3070"/>
                    <a:pt x="6778" y="3678"/>
                    <a:pt x="6627" y="4256"/>
                  </a:cubicBezTo>
                  <a:cubicBezTo>
                    <a:pt x="6505" y="4803"/>
                    <a:pt x="6292" y="5320"/>
                    <a:pt x="6019" y="5776"/>
                  </a:cubicBezTo>
                  <a:cubicBezTo>
                    <a:pt x="5803" y="6118"/>
                    <a:pt x="5551" y="6428"/>
                    <a:pt x="5268" y="6705"/>
                  </a:cubicBezTo>
                  <a:lnTo>
                    <a:pt x="5268" y="6705"/>
                  </a:lnTo>
                  <a:cubicBezTo>
                    <a:pt x="4720" y="6319"/>
                    <a:pt x="4240" y="5834"/>
                    <a:pt x="3860" y="5259"/>
                  </a:cubicBezTo>
                  <a:cubicBezTo>
                    <a:pt x="3405" y="4681"/>
                    <a:pt x="3131" y="3982"/>
                    <a:pt x="3040" y="3222"/>
                  </a:cubicBezTo>
                  <a:cubicBezTo>
                    <a:pt x="3009" y="2888"/>
                    <a:pt x="3040" y="2523"/>
                    <a:pt x="3161" y="2189"/>
                  </a:cubicBezTo>
                  <a:cubicBezTo>
                    <a:pt x="3283" y="1855"/>
                    <a:pt x="3465" y="1581"/>
                    <a:pt x="3709" y="1338"/>
                  </a:cubicBezTo>
                  <a:cubicBezTo>
                    <a:pt x="3952" y="1095"/>
                    <a:pt x="4256" y="943"/>
                    <a:pt x="4590" y="882"/>
                  </a:cubicBezTo>
                  <a:cubicBezTo>
                    <a:pt x="4665" y="875"/>
                    <a:pt x="4740" y="871"/>
                    <a:pt x="4815" y="871"/>
                  </a:cubicBezTo>
                  <a:close/>
                  <a:moveTo>
                    <a:pt x="9940" y="0"/>
                  </a:moveTo>
                  <a:cubicBezTo>
                    <a:pt x="9575" y="0"/>
                    <a:pt x="9271" y="152"/>
                    <a:pt x="9028" y="396"/>
                  </a:cubicBezTo>
                  <a:cubicBezTo>
                    <a:pt x="8815" y="669"/>
                    <a:pt x="8693" y="973"/>
                    <a:pt x="8663" y="1307"/>
                  </a:cubicBezTo>
                  <a:cubicBezTo>
                    <a:pt x="8633" y="1611"/>
                    <a:pt x="8663" y="1915"/>
                    <a:pt x="8754" y="2219"/>
                  </a:cubicBezTo>
                  <a:cubicBezTo>
                    <a:pt x="8876" y="2766"/>
                    <a:pt x="9119" y="3283"/>
                    <a:pt x="9453" y="3770"/>
                  </a:cubicBezTo>
                  <a:cubicBezTo>
                    <a:pt x="9727" y="4195"/>
                    <a:pt x="10092" y="4560"/>
                    <a:pt x="10487" y="4894"/>
                  </a:cubicBezTo>
                  <a:cubicBezTo>
                    <a:pt x="10930" y="5278"/>
                    <a:pt x="11422" y="5590"/>
                    <a:pt x="11948" y="5823"/>
                  </a:cubicBezTo>
                  <a:lnTo>
                    <a:pt x="11948" y="5823"/>
                  </a:lnTo>
                  <a:cubicBezTo>
                    <a:pt x="11918" y="5869"/>
                    <a:pt x="11887" y="5914"/>
                    <a:pt x="11855" y="5958"/>
                  </a:cubicBezTo>
                  <a:cubicBezTo>
                    <a:pt x="10946" y="7059"/>
                    <a:pt x="9588" y="7712"/>
                    <a:pt x="8166" y="7712"/>
                  </a:cubicBezTo>
                  <a:cubicBezTo>
                    <a:pt x="8018" y="7712"/>
                    <a:pt x="7869" y="7705"/>
                    <a:pt x="7721" y="7691"/>
                  </a:cubicBezTo>
                  <a:cubicBezTo>
                    <a:pt x="6887" y="7560"/>
                    <a:pt x="6088" y="7253"/>
                    <a:pt x="5391" y="6789"/>
                  </a:cubicBezTo>
                  <a:lnTo>
                    <a:pt x="5391" y="6789"/>
                  </a:lnTo>
                  <a:cubicBezTo>
                    <a:pt x="5672" y="6516"/>
                    <a:pt x="5925" y="6208"/>
                    <a:pt x="6140" y="5867"/>
                  </a:cubicBezTo>
                  <a:cubicBezTo>
                    <a:pt x="6444" y="5380"/>
                    <a:pt x="6657" y="4864"/>
                    <a:pt x="6778" y="4286"/>
                  </a:cubicBezTo>
                  <a:cubicBezTo>
                    <a:pt x="6930" y="3678"/>
                    <a:pt x="6930" y="3070"/>
                    <a:pt x="6778" y="2463"/>
                  </a:cubicBezTo>
                  <a:cubicBezTo>
                    <a:pt x="6627" y="1794"/>
                    <a:pt x="6201" y="1216"/>
                    <a:pt x="5593" y="882"/>
                  </a:cubicBezTo>
                  <a:cubicBezTo>
                    <a:pt x="5368" y="769"/>
                    <a:pt x="5109" y="707"/>
                    <a:pt x="4841" y="707"/>
                  </a:cubicBezTo>
                  <a:cubicBezTo>
                    <a:pt x="4748" y="707"/>
                    <a:pt x="4654" y="714"/>
                    <a:pt x="4560" y="730"/>
                  </a:cubicBezTo>
                  <a:cubicBezTo>
                    <a:pt x="4195" y="791"/>
                    <a:pt x="3860" y="943"/>
                    <a:pt x="3587" y="1216"/>
                  </a:cubicBezTo>
                  <a:cubicBezTo>
                    <a:pt x="3313" y="1459"/>
                    <a:pt x="3101" y="1763"/>
                    <a:pt x="2979" y="2128"/>
                  </a:cubicBezTo>
                  <a:cubicBezTo>
                    <a:pt x="2857" y="2493"/>
                    <a:pt x="2797" y="2888"/>
                    <a:pt x="2857" y="3253"/>
                  </a:cubicBezTo>
                  <a:cubicBezTo>
                    <a:pt x="2918" y="4043"/>
                    <a:pt x="3222" y="4773"/>
                    <a:pt x="3678" y="5411"/>
                  </a:cubicBezTo>
                  <a:cubicBezTo>
                    <a:pt x="4074" y="5972"/>
                    <a:pt x="4560" y="6459"/>
                    <a:pt x="5113" y="6850"/>
                  </a:cubicBezTo>
                  <a:lnTo>
                    <a:pt x="5113" y="6850"/>
                  </a:lnTo>
                  <a:cubicBezTo>
                    <a:pt x="4755" y="7172"/>
                    <a:pt x="4354" y="7444"/>
                    <a:pt x="3921" y="7660"/>
                  </a:cubicBezTo>
                  <a:cubicBezTo>
                    <a:pt x="3309" y="7911"/>
                    <a:pt x="2646" y="8059"/>
                    <a:pt x="1979" y="8059"/>
                  </a:cubicBezTo>
                  <a:cubicBezTo>
                    <a:pt x="1917" y="8059"/>
                    <a:pt x="1855" y="8058"/>
                    <a:pt x="1794" y="8055"/>
                  </a:cubicBezTo>
                  <a:cubicBezTo>
                    <a:pt x="1338" y="8055"/>
                    <a:pt x="882" y="7995"/>
                    <a:pt x="456" y="7873"/>
                  </a:cubicBezTo>
                  <a:cubicBezTo>
                    <a:pt x="154" y="7782"/>
                    <a:pt x="2" y="7722"/>
                    <a:pt x="0" y="7721"/>
                  </a:cubicBezTo>
                  <a:lnTo>
                    <a:pt x="0" y="7721"/>
                  </a:lnTo>
                  <a:cubicBezTo>
                    <a:pt x="152" y="7782"/>
                    <a:pt x="274" y="7843"/>
                    <a:pt x="456" y="7903"/>
                  </a:cubicBezTo>
                  <a:cubicBezTo>
                    <a:pt x="882" y="8055"/>
                    <a:pt x="1338" y="8146"/>
                    <a:pt x="1794" y="8146"/>
                  </a:cubicBezTo>
                  <a:cubicBezTo>
                    <a:pt x="1877" y="8151"/>
                    <a:pt x="1960" y="8153"/>
                    <a:pt x="2043" y="8153"/>
                  </a:cubicBezTo>
                  <a:cubicBezTo>
                    <a:pt x="3237" y="8153"/>
                    <a:pt x="4363" y="7708"/>
                    <a:pt x="5235" y="6934"/>
                  </a:cubicBezTo>
                  <a:lnTo>
                    <a:pt x="5235" y="6934"/>
                  </a:lnTo>
                  <a:cubicBezTo>
                    <a:pt x="5971" y="7428"/>
                    <a:pt x="6818" y="7756"/>
                    <a:pt x="7721" y="7873"/>
                  </a:cubicBezTo>
                  <a:cubicBezTo>
                    <a:pt x="7893" y="7892"/>
                    <a:pt x="8066" y="7902"/>
                    <a:pt x="8237" y="7902"/>
                  </a:cubicBezTo>
                  <a:cubicBezTo>
                    <a:pt x="9695" y="7902"/>
                    <a:pt x="11082" y="7219"/>
                    <a:pt x="12007" y="6049"/>
                  </a:cubicBezTo>
                  <a:cubicBezTo>
                    <a:pt x="12046" y="5999"/>
                    <a:pt x="12085" y="5949"/>
                    <a:pt x="12122" y="5897"/>
                  </a:cubicBezTo>
                  <a:lnTo>
                    <a:pt x="12122" y="5897"/>
                  </a:lnTo>
                  <a:cubicBezTo>
                    <a:pt x="12628" y="6103"/>
                    <a:pt x="13162" y="6236"/>
                    <a:pt x="13709" y="6292"/>
                  </a:cubicBezTo>
                  <a:cubicBezTo>
                    <a:pt x="13982" y="6323"/>
                    <a:pt x="14225" y="6353"/>
                    <a:pt x="14499" y="6353"/>
                  </a:cubicBezTo>
                  <a:lnTo>
                    <a:pt x="15077" y="6292"/>
                  </a:lnTo>
                  <a:lnTo>
                    <a:pt x="15441" y="6201"/>
                  </a:lnTo>
                  <a:cubicBezTo>
                    <a:pt x="15472" y="6201"/>
                    <a:pt x="15532" y="6201"/>
                    <a:pt x="15563" y="6171"/>
                  </a:cubicBezTo>
                  <a:lnTo>
                    <a:pt x="15563" y="6171"/>
                  </a:lnTo>
                  <a:cubicBezTo>
                    <a:pt x="15158" y="6252"/>
                    <a:pt x="14739" y="6292"/>
                    <a:pt x="14324" y="6292"/>
                  </a:cubicBezTo>
                  <a:cubicBezTo>
                    <a:pt x="14117" y="6292"/>
                    <a:pt x="13911" y="6282"/>
                    <a:pt x="13709" y="6262"/>
                  </a:cubicBezTo>
                  <a:cubicBezTo>
                    <a:pt x="13188" y="6171"/>
                    <a:pt x="12667" y="6030"/>
                    <a:pt x="12171" y="5826"/>
                  </a:cubicBezTo>
                  <a:lnTo>
                    <a:pt x="12171" y="5826"/>
                  </a:lnTo>
                  <a:cubicBezTo>
                    <a:pt x="12555" y="5260"/>
                    <a:pt x="12770" y="4591"/>
                    <a:pt x="12797" y="3921"/>
                  </a:cubicBezTo>
                  <a:cubicBezTo>
                    <a:pt x="12858" y="3162"/>
                    <a:pt x="12706" y="2432"/>
                    <a:pt x="12371" y="1763"/>
                  </a:cubicBezTo>
                  <a:cubicBezTo>
                    <a:pt x="12067" y="1125"/>
                    <a:pt x="11551" y="578"/>
                    <a:pt x="10943" y="244"/>
                  </a:cubicBezTo>
                  <a:cubicBezTo>
                    <a:pt x="10608" y="92"/>
                    <a:pt x="10274" y="0"/>
                    <a:pt x="994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7"/>
            <p:cNvSpPr/>
            <p:nvPr/>
          </p:nvSpPr>
          <p:spPr>
            <a:xfrm>
              <a:off x="2188750" y="1993425"/>
              <a:ext cx="401250" cy="464525"/>
            </a:xfrm>
            <a:custGeom>
              <a:avLst/>
              <a:gdLst/>
              <a:ahLst/>
              <a:cxnLst/>
              <a:rect l="l" t="t" r="r" b="b"/>
              <a:pathLst>
                <a:path w="16050" h="18581" extrusionOk="0">
                  <a:moveTo>
                    <a:pt x="11347" y="0"/>
                  </a:moveTo>
                  <a:cubicBezTo>
                    <a:pt x="9944" y="0"/>
                    <a:pt x="8531" y="650"/>
                    <a:pt x="7630" y="2009"/>
                  </a:cubicBezTo>
                  <a:cubicBezTo>
                    <a:pt x="7053" y="2890"/>
                    <a:pt x="6809" y="3893"/>
                    <a:pt x="6445" y="4896"/>
                  </a:cubicBezTo>
                  <a:cubicBezTo>
                    <a:pt x="6080" y="5930"/>
                    <a:pt x="5533" y="6903"/>
                    <a:pt x="4621" y="7389"/>
                  </a:cubicBezTo>
                  <a:cubicBezTo>
                    <a:pt x="3527" y="7966"/>
                    <a:pt x="2128" y="7784"/>
                    <a:pt x="1156" y="8544"/>
                  </a:cubicBezTo>
                  <a:cubicBezTo>
                    <a:pt x="62" y="9334"/>
                    <a:pt x="1" y="11158"/>
                    <a:pt x="943" y="12161"/>
                  </a:cubicBezTo>
                  <a:cubicBezTo>
                    <a:pt x="1565" y="12823"/>
                    <a:pt x="2452" y="13154"/>
                    <a:pt x="3358" y="13154"/>
                  </a:cubicBezTo>
                  <a:cubicBezTo>
                    <a:pt x="3826" y="13154"/>
                    <a:pt x="4298" y="13066"/>
                    <a:pt x="4743" y="12890"/>
                  </a:cubicBezTo>
                  <a:lnTo>
                    <a:pt x="4743" y="12890"/>
                  </a:lnTo>
                  <a:cubicBezTo>
                    <a:pt x="4439" y="13681"/>
                    <a:pt x="4256" y="14532"/>
                    <a:pt x="4226" y="15383"/>
                  </a:cubicBezTo>
                  <a:cubicBezTo>
                    <a:pt x="4195" y="16264"/>
                    <a:pt x="4591" y="17085"/>
                    <a:pt x="5320" y="17602"/>
                  </a:cubicBezTo>
                  <a:cubicBezTo>
                    <a:pt x="5686" y="17792"/>
                    <a:pt x="6095" y="17891"/>
                    <a:pt x="6505" y="17891"/>
                  </a:cubicBezTo>
                  <a:cubicBezTo>
                    <a:pt x="6946" y="17891"/>
                    <a:pt x="7389" y="17777"/>
                    <a:pt x="7782" y="17541"/>
                  </a:cubicBezTo>
                  <a:cubicBezTo>
                    <a:pt x="8542" y="17115"/>
                    <a:pt x="9180" y="16508"/>
                    <a:pt x="9667" y="15778"/>
                  </a:cubicBezTo>
                  <a:cubicBezTo>
                    <a:pt x="9788" y="16386"/>
                    <a:pt x="10001" y="16963"/>
                    <a:pt x="10305" y="17511"/>
                  </a:cubicBezTo>
                  <a:cubicBezTo>
                    <a:pt x="10609" y="18058"/>
                    <a:pt x="11126" y="18453"/>
                    <a:pt x="11734" y="18574"/>
                  </a:cubicBezTo>
                  <a:cubicBezTo>
                    <a:pt x="11789" y="18579"/>
                    <a:pt x="11843" y="18581"/>
                    <a:pt x="11898" y="18581"/>
                  </a:cubicBezTo>
                  <a:cubicBezTo>
                    <a:pt x="12601" y="18581"/>
                    <a:pt x="13282" y="18224"/>
                    <a:pt x="13648" y="17632"/>
                  </a:cubicBezTo>
                  <a:cubicBezTo>
                    <a:pt x="14044" y="16994"/>
                    <a:pt x="14287" y="16264"/>
                    <a:pt x="14348" y="15504"/>
                  </a:cubicBezTo>
                  <a:cubicBezTo>
                    <a:pt x="14560" y="13650"/>
                    <a:pt x="14439" y="11766"/>
                    <a:pt x="13983" y="9942"/>
                  </a:cubicBezTo>
                  <a:cubicBezTo>
                    <a:pt x="13709" y="8787"/>
                    <a:pt x="13314" y="7602"/>
                    <a:pt x="13527" y="6416"/>
                  </a:cubicBezTo>
                  <a:cubicBezTo>
                    <a:pt x="13738" y="5412"/>
                    <a:pt x="14638" y="4431"/>
                    <a:pt x="15609" y="4431"/>
                  </a:cubicBezTo>
                  <a:cubicBezTo>
                    <a:pt x="15755" y="4431"/>
                    <a:pt x="15903" y="4454"/>
                    <a:pt x="16050" y="4501"/>
                  </a:cubicBezTo>
                  <a:lnTo>
                    <a:pt x="15563" y="2982"/>
                  </a:lnTo>
                  <a:cubicBezTo>
                    <a:pt x="14869" y="1033"/>
                    <a:pt x="13116" y="0"/>
                    <a:pt x="113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2203200" y="2037200"/>
              <a:ext cx="377675" cy="240600"/>
            </a:xfrm>
            <a:custGeom>
              <a:avLst/>
              <a:gdLst/>
              <a:ahLst/>
              <a:cxnLst/>
              <a:rect l="l" t="t" r="r" b="b"/>
              <a:pathLst>
                <a:path w="15107" h="9624" extrusionOk="0">
                  <a:moveTo>
                    <a:pt x="11640" y="1"/>
                  </a:moveTo>
                  <a:cubicBezTo>
                    <a:pt x="10847" y="1"/>
                    <a:pt x="10053" y="245"/>
                    <a:pt x="9393" y="714"/>
                  </a:cubicBezTo>
                  <a:cubicBezTo>
                    <a:pt x="8845" y="1109"/>
                    <a:pt x="8390" y="1656"/>
                    <a:pt x="8146" y="2294"/>
                  </a:cubicBezTo>
                  <a:cubicBezTo>
                    <a:pt x="7873" y="2933"/>
                    <a:pt x="7690" y="3632"/>
                    <a:pt x="7569" y="4331"/>
                  </a:cubicBezTo>
                  <a:cubicBezTo>
                    <a:pt x="7447" y="5000"/>
                    <a:pt x="7234" y="5668"/>
                    <a:pt x="6931" y="6276"/>
                  </a:cubicBezTo>
                  <a:cubicBezTo>
                    <a:pt x="6140" y="7826"/>
                    <a:pt x="4681" y="8951"/>
                    <a:pt x="2979" y="9316"/>
                  </a:cubicBezTo>
                  <a:cubicBezTo>
                    <a:pt x="2572" y="9404"/>
                    <a:pt x="2144" y="9452"/>
                    <a:pt x="1713" y="9452"/>
                  </a:cubicBezTo>
                  <a:cubicBezTo>
                    <a:pt x="1405" y="9452"/>
                    <a:pt x="1095" y="9427"/>
                    <a:pt x="791" y="9377"/>
                  </a:cubicBezTo>
                  <a:cubicBezTo>
                    <a:pt x="343" y="9298"/>
                    <a:pt x="78" y="9219"/>
                    <a:pt x="15" y="9219"/>
                  </a:cubicBezTo>
                  <a:cubicBezTo>
                    <a:pt x="5" y="9219"/>
                    <a:pt x="0" y="9220"/>
                    <a:pt x="0" y="9225"/>
                  </a:cubicBezTo>
                  <a:cubicBezTo>
                    <a:pt x="61" y="9255"/>
                    <a:pt x="122" y="9285"/>
                    <a:pt x="183" y="9316"/>
                  </a:cubicBezTo>
                  <a:cubicBezTo>
                    <a:pt x="365" y="9377"/>
                    <a:pt x="578" y="9437"/>
                    <a:pt x="791" y="9498"/>
                  </a:cubicBezTo>
                  <a:cubicBezTo>
                    <a:pt x="1186" y="9582"/>
                    <a:pt x="1587" y="9624"/>
                    <a:pt x="1987" y="9624"/>
                  </a:cubicBezTo>
                  <a:cubicBezTo>
                    <a:pt x="3460" y="9624"/>
                    <a:pt x="4912" y="9061"/>
                    <a:pt x="5988" y="8009"/>
                  </a:cubicBezTo>
                  <a:cubicBezTo>
                    <a:pt x="6475" y="7553"/>
                    <a:pt x="6900" y="7006"/>
                    <a:pt x="7204" y="6398"/>
                  </a:cubicBezTo>
                  <a:cubicBezTo>
                    <a:pt x="7508" y="5759"/>
                    <a:pt x="7721" y="5091"/>
                    <a:pt x="7873" y="4392"/>
                  </a:cubicBezTo>
                  <a:cubicBezTo>
                    <a:pt x="7994" y="3693"/>
                    <a:pt x="8177" y="3024"/>
                    <a:pt x="8420" y="2386"/>
                  </a:cubicBezTo>
                  <a:cubicBezTo>
                    <a:pt x="8663" y="1808"/>
                    <a:pt x="9058" y="1291"/>
                    <a:pt x="9545" y="927"/>
                  </a:cubicBezTo>
                  <a:cubicBezTo>
                    <a:pt x="10174" y="471"/>
                    <a:pt x="10926" y="232"/>
                    <a:pt x="11682" y="232"/>
                  </a:cubicBezTo>
                  <a:cubicBezTo>
                    <a:pt x="11985" y="232"/>
                    <a:pt x="12288" y="271"/>
                    <a:pt x="12584" y="349"/>
                  </a:cubicBezTo>
                  <a:cubicBezTo>
                    <a:pt x="13314" y="531"/>
                    <a:pt x="13952" y="866"/>
                    <a:pt x="14499" y="1382"/>
                  </a:cubicBezTo>
                  <a:cubicBezTo>
                    <a:pt x="14843" y="1698"/>
                    <a:pt x="15025" y="1932"/>
                    <a:pt x="15070" y="1932"/>
                  </a:cubicBezTo>
                  <a:cubicBezTo>
                    <a:pt x="15073" y="1932"/>
                    <a:pt x="15075" y="1931"/>
                    <a:pt x="15077" y="1930"/>
                  </a:cubicBezTo>
                  <a:cubicBezTo>
                    <a:pt x="15107" y="1930"/>
                    <a:pt x="15046" y="1869"/>
                    <a:pt x="14955" y="1747"/>
                  </a:cubicBezTo>
                  <a:cubicBezTo>
                    <a:pt x="14864" y="1595"/>
                    <a:pt x="14742" y="1413"/>
                    <a:pt x="14590" y="1291"/>
                  </a:cubicBezTo>
                  <a:cubicBezTo>
                    <a:pt x="14043" y="744"/>
                    <a:pt x="13405" y="349"/>
                    <a:pt x="12645" y="136"/>
                  </a:cubicBezTo>
                  <a:cubicBezTo>
                    <a:pt x="12317" y="45"/>
                    <a:pt x="11979" y="1"/>
                    <a:pt x="116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2441050" y="2091500"/>
              <a:ext cx="139075" cy="351850"/>
            </a:xfrm>
            <a:custGeom>
              <a:avLst/>
              <a:gdLst/>
              <a:ahLst/>
              <a:cxnLst/>
              <a:rect l="l" t="t" r="r" b="b"/>
              <a:pathLst>
                <a:path w="5563" h="14074" extrusionOk="0">
                  <a:moveTo>
                    <a:pt x="4863" y="1"/>
                  </a:moveTo>
                  <a:cubicBezTo>
                    <a:pt x="4225" y="31"/>
                    <a:pt x="3587" y="153"/>
                    <a:pt x="3009" y="426"/>
                  </a:cubicBezTo>
                  <a:cubicBezTo>
                    <a:pt x="2097" y="821"/>
                    <a:pt x="1368" y="1490"/>
                    <a:pt x="851" y="2311"/>
                  </a:cubicBezTo>
                  <a:cubicBezTo>
                    <a:pt x="243" y="3344"/>
                    <a:pt x="0" y="4530"/>
                    <a:pt x="183" y="5715"/>
                  </a:cubicBezTo>
                  <a:cubicBezTo>
                    <a:pt x="334" y="6961"/>
                    <a:pt x="821" y="8056"/>
                    <a:pt x="1094" y="9059"/>
                  </a:cubicBezTo>
                  <a:cubicBezTo>
                    <a:pt x="1398" y="9940"/>
                    <a:pt x="1550" y="10852"/>
                    <a:pt x="1490" y="11794"/>
                  </a:cubicBezTo>
                  <a:cubicBezTo>
                    <a:pt x="1459" y="12402"/>
                    <a:pt x="1277" y="13010"/>
                    <a:pt x="942" y="13527"/>
                  </a:cubicBezTo>
                  <a:cubicBezTo>
                    <a:pt x="669" y="13892"/>
                    <a:pt x="486" y="14044"/>
                    <a:pt x="486" y="14074"/>
                  </a:cubicBezTo>
                  <a:cubicBezTo>
                    <a:pt x="486" y="14074"/>
                    <a:pt x="547" y="14044"/>
                    <a:pt x="638" y="13983"/>
                  </a:cubicBezTo>
                  <a:cubicBezTo>
                    <a:pt x="790" y="13861"/>
                    <a:pt x="912" y="13740"/>
                    <a:pt x="1034" y="13588"/>
                  </a:cubicBezTo>
                  <a:cubicBezTo>
                    <a:pt x="1429" y="13071"/>
                    <a:pt x="1642" y="12433"/>
                    <a:pt x="1702" y="11794"/>
                  </a:cubicBezTo>
                  <a:cubicBezTo>
                    <a:pt x="1793" y="10852"/>
                    <a:pt x="1672" y="9879"/>
                    <a:pt x="1398" y="8967"/>
                  </a:cubicBezTo>
                  <a:cubicBezTo>
                    <a:pt x="1094" y="7934"/>
                    <a:pt x="638" y="6870"/>
                    <a:pt x="486" y="5685"/>
                  </a:cubicBezTo>
                  <a:cubicBezTo>
                    <a:pt x="304" y="4560"/>
                    <a:pt x="517" y="3435"/>
                    <a:pt x="1094" y="2463"/>
                  </a:cubicBezTo>
                  <a:cubicBezTo>
                    <a:pt x="1581" y="1673"/>
                    <a:pt x="2249" y="1034"/>
                    <a:pt x="3101" y="639"/>
                  </a:cubicBezTo>
                  <a:cubicBezTo>
                    <a:pt x="3648" y="366"/>
                    <a:pt x="4256" y="183"/>
                    <a:pt x="4863" y="122"/>
                  </a:cubicBezTo>
                  <a:cubicBezTo>
                    <a:pt x="5107" y="122"/>
                    <a:pt x="5319" y="122"/>
                    <a:pt x="5563" y="92"/>
                  </a:cubicBezTo>
                  <a:cubicBezTo>
                    <a:pt x="5350" y="1"/>
                    <a:pt x="5107" y="1"/>
                    <a:pt x="486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7"/>
            <p:cNvSpPr/>
            <p:nvPr/>
          </p:nvSpPr>
          <p:spPr>
            <a:xfrm>
              <a:off x="2545150" y="1919900"/>
              <a:ext cx="617050" cy="600525"/>
            </a:xfrm>
            <a:custGeom>
              <a:avLst/>
              <a:gdLst/>
              <a:ahLst/>
              <a:cxnLst/>
              <a:rect l="l" t="t" r="r" b="b"/>
              <a:pathLst>
                <a:path w="24682" h="24021" extrusionOk="0">
                  <a:moveTo>
                    <a:pt x="11648" y="0"/>
                  </a:moveTo>
                  <a:cubicBezTo>
                    <a:pt x="10188" y="0"/>
                    <a:pt x="8732" y="165"/>
                    <a:pt x="7295" y="512"/>
                  </a:cubicBezTo>
                  <a:cubicBezTo>
                    <a:pt x="5532" y="907"/>
                    <a:pt x="3921" y="1819"/>
                    <a:pt x="2675" y="3126"/>
                  </a:cubicBezTo>
                  <a:cubicBezTo>
                    <a:pt x="487" y="5436"/>
                    <a:pt x="0" y="8901"/>
                    <a:pt x="183" y="12093"/>
                  </a:cubicBezTo>
                  <a:cubicBezTo>
                    <a:pt x="426" y="15831"/>
                    <a:pt x="1520" y="19509"/>
                    <a:pt x="3374" y="22792"/>
                  </a:cubicBezTo>
                  <a:cubicBezTo>
                    <a:pt x="3587" y="23248"/>
                    <a:pt x="3891" y="23613"/>
                    <a:pt x="4286" y="23886"/>
                  </a:cubicBezTo>
                  <a:cubicBezTo>
                    <a:pt x="4444" y="23976"/>
                    <a:pt x="4622" y="24020"/>
                    <a:pt x="4799" y="24020"/>
                  </a:cubicBezTo>
                  <a:cubicBezTo>
                    <a:pt x="5101" y="24020"/>
                    <a:pt x="5402" y="23892"/>
                    <a:pt x="5593" y="23643"/>
                  </a:cubicBezTo>
                  <a:lnTo>
                    <a:pt x="21703" y="13734"/>
                  </a:lnTo>
                  <a:cubicBezTo>
                    <a:pt x="24682" y="6865"/>
                    <a:pt x="20609" y="2670"/>
                    <a:pt x="17934" y="1150"/>
                  </a:cubicBezTo>
                  <a:cubicBezTo>
                    <a:pt x="16353" y="239"/>
                    <a:pt x="14469" y="56"/>
                    <a:pt x="12645" y="26"/>
                  </a:cubicBezTo>
                  <a:cubicBezTo>
                    <a:pt x="12313" y="9"/>
                    <a:pt x="11980" y="0"/>
                    <a:pt x="116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7"/>
            <p:cNvSpPr/>
            <p:nvPr/>
          </p:nvSpPr>
          <p:spPr>
            <a:xfrm>
              <a:off x="2641650" y="2036650"/>
              <a:ext cx="454450" cy="804125"/>
            </a:xfrm>
            <a:custGeom>
              <a:avLst/>
              <a:gdLst/>
              <a:ahLst/>
              <a:cxnLst/>
              <a:rect l="l" t="t" r="r" b="b"/>
              <a:pathLst>
                <a:path w="18178" h="32165" extrusionOk="0">
                  <a:moveTo>
                    <a:pt x="11989" y="1"/>
                  </a:moveTo>
                  <a:cubicBezTo>
                    <a:pt x="11774" y="1"/>
                    <a:pt x="11557" y="13"/>
                    <a:pt x="11338" y="37"/>
                  </a:cubicBezTo>
                  <a:lnTo>
                    <a:pt x="1764" y="1040"/>
                  </a:lnTo>
                  <a:cubicBezTo>
                    <a:pt x="761" y="1161"/>
                    <a:pt x="1" y="2012"/>
                    <a:pt x="31" y="3015"/>
                  </a:cubicBezTo>
                  <a:lnTo>
                    <a:pt x="1308" y="26754"/>
                  </a:lnTo>
                  <a:cubicBezTo>
                    <a:pt x="1460" y="29764"/>
                    <a:pt x="3952" y="32165"/>
                    <a:pt x="6992" y="32165"/>
                  </a:cubicBezTo>
                  <a:cubicBezTo>
                    <a:pt x="10244" y="32165"/>
                    <a:pt x="12828" y="29490"/>
                    <a:pt x="12736" y="26268"/>
                  </a:cubicBezTo>
                  <a:lnTo>
                    <a:pt x="12615" y="22651"/>
                  </a:lnTo>
                  <a:cubicBezTo>
                    <a:pt x="12615" y="22651"/>
                    <a:pt x="16870" y="21952"/>
                    <a:pt x="17752" y="16420"/>
                  </a:cubicBezTo>
                  <a:cubicBezTo>
                    <a:pt x="18177" y="13654"/>
                    <a:pt x="18056" y="9155"/>
                    <a:pt x="17812" y="5477"/>
                  </a:cubicBezTo>
                  <a:cubicBezTo>
                    <a:pt x="17614" y="2355"/>
                    <a:pt x="15029" y="1"/>
                    <a:pt x="11989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7"/>
            <p:cNvSpPr/>
            <p:nvPr/>
          </p:nvSpPr>
          <p:spPr>
            <a:xfrm>
              <a:off x="3027675" y="2235700"/>
              <a:ext cx="34975" cy="33700"/>
            </a:xfrm>
            <a:custGeom>
              <a:avLst/>
              <a:gdLst/>
              <a:ahLst/>
              <a:cxnLst/>
              <a:rect l="l" t="t" r="r" b="b"/>
              <a:pathLst>
                <a:path w="1399" h="1348" extrusionOk="0">
                  <a:moveTo>
                    <a:pt x="770" y="0"/>
                  </a:moveTo>
                  <a:cubicBezTo>
                    <a:pt x="737" y="0"/>
                    <a:pt x="703" y="3"/>
                    <a:pt x="669" y="8"/>
                  </a:cubicBezTo>
                  <a:cubicBezTo>
                    <a:pt x="305" y="8"/>
                    <a:pt x="1" y="312"/>
                    <a:pt x="1" y="707"/>
                  </a:cubicBezTo>
                  <a:cubicBezTo>
                    <a:pt x="1" y="1082"/>
                    <a:pt x="302" y="1348"/>
                    <a:pt x="670" y="1348"/>
                  </a:cubicBezTo>
                  <a:cubicBezTo>
                    <a:pt x="690" y="1348"/>
                    <a:pt x="710" y="1347"/>
                    <a:pt x="730" y="1345"/>
                  </a:cubicBezTo>
                  <a:cubicBezTo>
                    <a:pt x="1125" y="1345"/>
                    <a:pt x="1399" y="1011"/>
                    <a:pt x="1399" y="646"/>
                  </a:cubicBezTo>
                  <a:cubicBezTo>
                    <a:pt x="1399" y="285"/>
                    <a:pt x="1120" y="0"/>
                    <a:pt x="7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7"/>
            <p:cNvSpPr/>
            <p:nvPr/>
          </p:nvSpPr>
          <p:spPr>
            <a:xfrm>
              <a:off x="2990450" y="2213100"/>
              <a:ext cx="72975" cy="18600"/>
            </a:xfrm>
            <a:custGeom>
              <a:avLst/>
              <a:gdLst/>
              <a:ahLst/>
              <a:cxnLst/>
              <a:rect l="l" t="t" r="r" b="b"/>
              <a:pathLst>
                <a:path w="2919" h="744" extrusionOk="0">
                  <a:moveTo>
                    <a:pt x="1520" y="0"/>
                  </a:moveTo>
                  <a:cubicBezTo>
                    <a:pt x="1125" y="0"/>
                    <a:pt x="699" y="122"/>
                    <a:pt x="365" y="334"/>
                  </a:cubicBezTo>
                  <a:cubicBezTo>
                    <a:pt x="122" y="517"/>
                    <a:pt x="0" y="638"/>
                    <a:pt x="91" y="730"/>
                  </a:cubicBezTo>
                  <a:cubicBezTo>
                    <a:pt x="98" y="739"/>
                    <a:pt x="110" y="743"/>
                    <a:pt x="127" y="743"/>
                  </a:cubicBezTo>
                  <a:cubicBezTo>
                    <a:pt x="274" y="743"/>
                    <a:pt x="808" y="426"/>
                    <a:pt x="1490" y="426"/>
                  </a:cubicBezTo>
                  <a:cubicBezTo>
                    <a:pt x="2171" y="426"/>
                    <a:pt x="2681" y="743"/>
                    <a:pt x="2845" y="743"/>
                  </a:cubicBezTo>
                  <a:cubicBezTo>
                    <a:pt x="2864" y="743"/>
                    <a:pt x="2878" y="739"/>
                    <a:pt x="2888" y="730"/>
                  </a:cubicBezTo>
                  <a:cubicBezTo>
                    <a:pt x="2918" y="699"/>
                    <a:pt x="2857" y="547"/>
                    <a:pt x="2614" y="365"/>
                  </a:cubicBezTo>
                  <a:cubicBezTo>
                    <a:pt x="2310" y="122"/>
                    <a:pt x="1915" y="0"/>
                    <a:pt x="15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7"/>
            <p:cNvSpPr/>
            <p:nvPr/>
          </p:nvSpPr>
          <p:spPr>
            <a:xfrm>
              <a:off x="2836175" y="2240400"/>
              <a:ext cx="35750" cy="34325"/>
            </a:xfrm>
            <a:custGeom>
              <a:avLst/>
              <a:gdLst/>
              <a:ahLst/>
              <a:cxnLst/>
              <a:rect l="l" t="t" r="r" b="b"/>
              <a:pathLst>
                <a:path w="1430" h="1373" extrusionOk="0">
                  <a:moveTo>
                    <a:pt x="750" y="0"/>
                  </a:moveTo>
                  <a:cubicBezTo>
                    <a:pt x="734" y="0"/>
                    <a:pt x="717" y="1"/>
                    <a:pt x="700" y="2"/>
                  </a:cubicBezTo>
                  <a:cubicBezTo>
                    <a:pt x="305" y="2"/>
                    <a:pt x="1" y="337"/>
                    <a:pt x="1" y="732"/>
                  </a:cubicBezTo>
                  <a:cubicBezTo>
                    <a:pt x="30" y="1080"/>
                    <a:pt x="335" y="1372"/>
                    <a:pt x="680" y="1372"/>
                  </a:cubicBezTo>
                  <a:cubicBezTo>
                    <a:pt x="697" y="1372"/>
                    <a:pt x="714" y="1372"/>
                    <a:pt x="730" y="1370"/>
                  </a:cubicBezTo>
                  <a:cubicBezTo>
                    <a:pt x="1126" y="1340"/>
                    <a:pt x="1430" y="1036"/>
                    <a:pt x="1430" y="641"/>
                  </a:cubicBezTo>
                  <a:cubicBezTo>
                    <a:pt x="1401" y="293"/>
                    <a:pt x="1095" y="0"/>
                    <a:pt x="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7"/>
            <p:cNvSpPr/>
            <p:nvPr/>
          </p:nvSpPr>
          <p:spPr>
            <a:xfrm>
              <a:off x="2802750" y="2216900"/>
              <a:ext cx="72975" cy="18600"/>
            </a:xfrm>
            <a:custGeom>
              <a:avLst/>
              <a:gdLst/>
              <a:ahLst/>
              <a:cxnLst/>
              <a:rect l="l" t="t" r="r" b="b"/>
              <a:pathLst>
                <a:path w="2919" h="744" extrusionOk="0">
                  <a:moveTo>
                    <a:pt x="1520" y="0"/>
                  </a:moveTo>
                  <a:cubicBezTo>
                    <a:pt x="1125" y="0"/>
                    <a:pt x="730" y="122"/>
                    <a:pt x="396" y="334"/>
                  </a:cubicBezTo>
                  <a:cubicBezTo>
                    <a:pt x="152" y="517"/>
                    <a:pt x="1" y="638"/>
                    <a:pt x="92" y="730"/>
                  </a:cubicBezTo>
                  <a:cubicBezTo>
                    <a:pt x="99" y="734"/>
                    <a:pt x="108" y="736"/>
                    <a:pt x="121" y="736"/>
                  </a:cubicBezTo>
                  <a:cubicBezTo>
                    <a:pt x="268" y="736"/>
                    <a:pt x="788" y="426"/>
                    <a:pt x="1490" y="426"/>
                  </a:cubicBezTo>
                  <a:cubicBezTo>
                    <a:pt x="2171" y="426"/>
                    <a:pt x="2681" y="743"/>
                    <a:pt x="2845" y="743"/>
                  </a:cubicBezTo>
                  <a:cubicBezTo>
                    <a:pt x="2864" y="743"/>
                    <a:pt x="2879" y="739"/>
                    <a:pt x="2888" y="730"/>
                  </a:cubicBezTo>
                  <a:cubicBezTo>
                    <a:pt x="2918" y="699"/>
                    <a:pt x="2858" y="517"/>
                    <a:pt x="2645" y="365"/>
                  </a:cubicBezTo>
                  <a:cubicBezTo>
                    <a:pt x="2311" y="122"/>
                    <a:pt x="1915" y="0"/>
                    <a:pt x="15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7"/>
            <p:cNvSpPr/>
            <p:nvPr/>
          </p:nvSpPr>
          <p:spPr>
            <a:xfrm>
              <a:off x="2933450" y="2217650"/>
              <a:ext cx="60050" cy="159975"/>
            </a:xfrm>
            <a:custGeom>
              <a:avLst/>
              <a:gdLst/>
              <a:ahLst/>
              <a:cxnLst/>
              <a:rect l="l" t="t" r="r" b="b"/>
              <a:pathLst>
                <a:path w="2402" h="6399" extrusionOk="0">
                  <a:moveTo>
                    <a:pt x="94" y="0"/>
                  </a:moveTo>
                  <a:cubicBezTo>
                    <a:pt x="93" y="0"/>
                    <a:pt x="93" y="0"/>
                    <a:pt x="92" y="0"/>
                  </a:cubicBezTo>
                  <a:cubicBezTo>
                    <a:pt x="1" y="31"/>
                    <a:pt x="578" y="1763"/>
                    <a:pt x="1368" y="3891"/>
                  </a:cubicBezTo>
                  <a:lnTo>
                    <a:pt x="1946" y="5380"/>
                  </a:lnTo>
                  <a:cubicBezTo>
                    <a:pt x="2037" y="5532"/>
                    <a:pt x="2098" y="5745"/>
                    <a:pt x="2067" y="5958"/>
                  </a:cubicBezTo>
                  <a:cubicBezTo>
                    <a:pt x="2037" y="6080"/>
                    <a:pt x="1855" y="6110"/>
                    <a:pt x="1672" y="6140"/>
                  </a:cubicBezTo>
                  <a:cubicBezTo>
                    <a:pt x="1247" y="6140"/>
                    <a:pt x="821" y="6232"/>
                    <a:pt x="426" y="6353"/>
                  </a:cubicBezTo>
                  <a:cubicBezTo>
                    <a:pt x="639" y="6384"/>
                    <a:pt x="852" y="6399"/>
                    <a:pt x="1061" y="6399"/>
                  </a:cubicBezTo>
                  <a:cubicBezTo>
                    <a:pt x="1270" y="6399"/>
                    <a:pt x="1475" y="6384"/>
                    <a:pt x="1672" y="6353"/>
                  </a:cubicBezTo>
                  <a:cubicBezTo>
                    <a:pt x="1794" y="6353"/>
                    <a:pt x="1915" y="6323"/>
                    <a:pt x="2007" y="6292"/>
                  </a:cubicBezTo>
                  <a:cubicBezTo>
                    <a:pt x="2159" y="6262"/>
                    <a:pt x="2280" y="6171"/>
                    <a:pt x="2341" y="6019"/>
                  </a:cubicBezTo>
                  <a:cubicBezTo>
                    <a:pt x="2402" y="5776"/>
                    <a:pt x="2341" y="5502"/>
                    <a:pt x="2250" y="5259"/>
                  </a:cubicBezTo>
                  <a:cubicBezTo>
                    <a:pt x="2067" y="4773"/>
                    <a:pt x="1885" y="4286"/>
                    <a:pt x="1672" y="3769"/>
                  </a:cubicBezTo>
                  <a:cubicBezTo>
                    <a:pt x="889" y="1691"/>
                    <a:pt x="195" y="0"/>
                    <a:pt x="9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2772350" y="2552750"/>
              <a:ext cx="184675" cy="83300"/>
            </a:xfrm>
            <a:custGeom>
              <a:avLst/>
              <a:gdLst/>
              <a:ahLst/>
              <a:cxnLst/>
              <a:rect l="l" t="t" r="r" b="b"/>
              <a:pathLst>
                <a:path w="7387" h="3332" extrusionOk="0">
                  <a:moveTo>
                    <a:pt x="1" y="1"/>
                  </a:moveTo>
                  <a:cubicBezTo>
                    <a:pt x="1" y="1"/>
                    <a:pt x="1573" y="3332"/>
                    <a:pt x="6314" y="3332"/>
                  </a:cubicBezTo>
                  <a:cubicBezTo>
                    <a:pt x="6637" y="3332"/>
                    <a:pt x="6974" y="3317"/>
                    <a:pt x="7326" y="3284"/>
                  </a:cubicBezTo>
                  <a:lnTo>
                    <a:pt x="7387" y="1977"/>
                  </a:lnTo>
                  <a:lnTo>
                    <a:pt x="7387" y="1977"/>
                  </a:lnTo>
                  <a:cubicBezTo>
                    <a:pt x="7331" y="1977"/>
                    <a:pt x="7274" y="1978"/>
                    <a:pt x="7218" y="1978"/>
                  </a:cubicBezTo>
                  <a:cubicBezTo>
                    <a:pt x="4691" y="1978"/>
                    <a:pt x="2171" y="1309"/>
                    <a:pt x="1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2877225" y="2409625"/>
              <a:ext cx="60800" cy="42225"/>
            </a:xfrm>
            <a:custGeom>
              <a:avLst/>
              <a:gdLst/>
              <a:ahLst/>
              <a:cxnLst/>
              <a:rect l="l" t="t" r="r" b="b"/>
              <a:pathLst>
                <a:path w="2432" h="1689" extrusionOk="0">
                  <a:moveTo>
                    <a:pt x="1277" y="0"/>
                  </a:moveTo>
                  <a:cubicBezTo>
                    <a:pt x="1217" y="0"/>
                    <a:pt x="1156" y="4"/>
                    <a:pt x="1095" y="12"/>
                  </a:cubicBezTo>
                  <a:cubicBezTo>
                    <a:pt x="760" y="42"/>
                    <a:pt x="456" y="194"/>
                    <a:pt x="243" y="467"/>
                  </a:cubicBezTo>
                  <a:cubicBezTo>
                    <a:pt x="31" y="741"/>
                    <a:pt x="0" y="1106"/>
                    <a:pt x="183" y="1379"/>
                  </a:cubicBezTo>
                  <a:cubicBezTo>
                    <a:pt x="353" y="1572"/>
                    <a:pt x="599" y="1689"/>
                    <a:pt x="857" y="1689"/>
                  </a:cubicBezTo>
                  <a:cubicBezTo>
                    <a:pt x="966" y="1689"/>
                    <a:pt x="1077" y="1668"/>
                    <a:pt x="1186" y="1622"/>
                  </a:cubicBezTo>
                  <a:cubicBezTo>
                    <a:pt x="1550" y="1501"/>
                    <a:pt x="1885" y="1319"/>
                    <a:pt x="2158" y="1045"/>
                  </a:cubicBezTo>
                  <a:cubicBezTo>
                    <a:pt x="2250" y="984"/>
                    <a:pt x="2310" y="923"/>
                    <a:pt x="2371" y="832"/>
                  </a:cubicBezTo>
                  <a:cubicBezTo>
                    <a:pt x="2432" y="741"/>
                    <a:pt x="2432" y="619"/>
                    <a:pt x="2371" y="528"/>
                  </a:cubicBezTo>
                  <a:lnTo>
                    <a:pt x="2341" y="528"/>
                  </a:lnTo>
                  <a:cubicBezTo>
                    <a:pt x="2075" y="183"/>
                    <a:pt x="1693" y="0"/>
                    <a:pt x="127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2884050" y="2389375"/>
              <a:ext cx="64625" cy="54750"/>
            </a:xfrm>
            <a:custGeom>
              <a:avLst/>
              <a:gdLst/>
              <a:ahLst/>
              <a:cxnLst/>
              <a:rect l="l" t="t" r="r" b="b"/>
              <a:pathLst>
                <a:path w="2585" h="2190" extrusionOk="0">
                  <a:moveTo>
                    <a:pt x="183" y="1"/>
                  </a:moveTo>
                  <a:cubicBezTo>
                    <a:pt x="92" y="1"/>
                    <a:pt x="1" y="214"/>
                    <a:pt x="62" y="548"/>
                  </a:cubicBezTo>
                  <a:cubicBezTo>
                    <a:pt x="92" y="1004"/>
                    <a:pt x="335" y="1429"/>
                    <a:pt x="700" y="1733"/>
                  </a:cubicBezTo>
                  <a:cubicBezTo>
                    <a:pt x="1065" y="2037"/>
                    <a:pt x="1551" y="2189"/>
                    <a:pt x="2037" y="2189"/>
                  </a:cubicBezTo>
                  <a:cubicBezTo>
                    <a:pt x="2402" y="2189"/>
                    <a:pt x="2584" y="2068"/>
                    <a:pt x="2584" y="2037"/>
                  </a:cubicBezTo>
                  <a:cubicBezTo>
                    <a:pt x="2584" y="1916"/>
                    <a:pt x="1703" y="1977"/>
                    <a:pt x="1004" y="1399"/>
                  </a:cubicBezTo>
                  <a:cubicBezTo>
                    <a:pt x="305" y="822"/>
                    <a:pt x="305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2795150" y="2187425"/>
              <a:ext cx="88925" cy="25800"/>
            </a:xfrm>
            <a:custGeom>
              <a:avLst/>
              <a:gdLst/>
              <a:ahLst/>
              <a:cxnLst/>
              <a:rect l="l" t="t" r="r" b="b"/>
              <a:pathLst>
                <a:path w="3557" h="1032" extrusionOk="0">
                  <a:moveTo>
                    <a:pt x="2086" y="1"/>
                  </a:moveTo>
                  <a:cubicBezTo>
                    <a:pt x="1969" y="1"/>
                    <a:pt x="1851" y="8"/>
                    <a:pt x="1733" y="24"/>
                  </a:cubicBezTo>
                  <a:cubicBezTo>
                    <a:pt x="1277" y="54"/>
                    <a:pt x="821" y="206"/>
                    <a:pt x="456" y="480"/>
                  </a:cubicBezTo>
                  <a:cubicBezTo>
                    <a:pt x="153" y="662"/>
                    <a:pt x="1" y="875"/>
                    <a:pt x="61" y="966"/>
                  </a:cubicBezTo>
                  <a:cubicBezTo>
                    <a:pt x="93" y="1013"/>
                    <a:pt x="164" y="1032"/>
                    <a:pt x="267" y="1032"/>
                  </a:cubicBezTo>
                  <a:cubicBezTo>
                    <a:pt x="567" y="1032"/>
                    <a:pt x="1139" y="874"/>
                    <a:pt x="1794" y="784"/>
                  </a:cubicBezTo>
                  <a:cubicBezTo>
                    <a:pt x="2706" y="693"/>
                    <a:pt x="3466" y="784"/>
                    <a:pt x="3526" y="571"/>
                  </a:cubicBezTo>
                  <a:cubicBezTo>
                    <a:pt x="3557" y="480"/>
                    <a:pt x="3405" y="328"/>
                    <a:pt x="3101" y="176"/>
                  </a:cubicBezTo>
                  <a:cubicBezTo>
                    <a:pt x="2763" y="63"/>
                    <a:pt x="2425" y="1"/>
                    <a:pt x="20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2989675" y="2156850"/>
              <a:ext cx="66900" cy="21475"/>
            </a:xfrm>
            <a:custGeom>
              <a:avLst/>
              <a:gdLst/>
              <a:ahLst/>
              <a:cxnLst/>
              <a:rect l="l" t="t" r="r" b="b"/>
              <a:pathLst>
                <a:path w="2676" h="859" extrusionOk="0">
                  <a:moveTo>
                    <a:pt x="1369" y="1"/>
                  </a:moveTo>
                  <a:cubicBezTo>
                    <a:pt x="1004" y="1"/>
                    <a:pt x="609" y="92"/>
                    <a:pt x="305" y="274"/>
                  </a:cubicBezTo>
                  <a:cubicBezTo>
                    <a:pt x="92" y="457"/>
                    <a:pt x="1" y="639"/>
                    <a:pt x="62" y="700"/>
                  </a:cubicBezTo>
                  <a:cubicBezTo>
                    <a:pt x="122" y="791"/>
                    <a:pt x="282" y="814"/>
                    <a:pt x="506" y="814"/>
                  </a:cubicBezTo>
                  <a:cubicBezTo>
                    <a:pt x="730" y="814"/>
                    <a:pt x="1019" y="791"/>
                    <a:pt x="1338" y="791"/>
                  </a:cubicBezTo>
                  <a:cubicBezTo>
                    <a:pt x="1764" y="791"/>
                    <a:pt x="2135" y="859"/>
                    <a:pt x="2381" y="859"/>
                  </a:cubicBezTo>
                  <a:cubicBezTo>
                    <a:pt x="2503" y="859"/>
                    <a:pt x="2595" y="842"/>
                    <a:pt x="2645" y="791"/>
                  </a:cubicBezTo>
                  <a:cubicBezTo>
                    <a:pt x="2676" y="700"/>
                    <a:pt x="2615" y="518"/>
                    <a:pt x="2402" y="335"/>
                  </a:cubicBezTo>
                  <a:cubicBezTo>
                    <a:pt x="2098" y="122"/>
                    <a:pt x="1733" y="1"/>
                    <a:pt x="13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2586175" y="1979900"/>
              <a:ext cx="527400" cy="469550"/>
            </a:xfrm>
            <a:custGeom>
              <a:avLst/>
              <a:gdLst/>
              <a:ahLst/>
              <a:cxnLst/>
              <a:rect l="l" t="t" r="r" b="b"/>
              <a:pathLst>
                <a:path w="21096" h="18782" extrusionOk="0">
                  <a:moveTo>
                    <a:pt x="10770" y="1"/>
                  </a:moveTo>
                  <a:cubicBezTo>
                    <a:pt x="9348" y="1"/>
                    <a:pt x="7910" y="169"/>
                    <a:pt x="6505" y="422"/>
                  </a:cubicBezTo>
                  <a:cubicBezTo>
                    <a:pt x="5290" y="635"/>
                    <a:pt x="4043" y="969"/>
                    <a:pt x="3071" y="1729"/>
                  </a:cubicBezTo>
                  <a:cubicBezTo>
                    <a:pt x="1703" y="2793"/>
                    <a:pt x="1125" y="4586"/>
                    <a:pt x="791" y="6288"/>
                  </a:cubicBezTo>
                  <a:cubicBezTo>
                    <a:pt x="1" y="10483"/>
                    <a:pt x="183" y="14951"/>
                    <a:pt x="2007" y="18781"/>
                  </a:cubicBezTo>
                  <a:cubicBezTo>
                    <a:pt x="3192" y="17656"/>
                    <a:pt x="4013" y="16197"/>
                    <a:pt x="4347" y="14556"/>
                  </a:cubicBezTo>
                  <a:cubicBezTo>
                    <a:pt x="4682" y="12976"/>
                    <a:pt x="4803" y="11334"/>
                    <a:pt x="4742" y="9693"/>
                  </a:cubicBezTo>
                  <a:cubicBezTo>
                    <a:pt x="4742" y="9115"/>
                    <a:pt x="4803" y="8447"/>
                    <a:pt x="5259" y="8082"/>
                  </a:cubicBezTo>
                  <a:cubicBezTo>
                    <a:pt x="5533" y="7930"/>
                    <a:pt x="5837" y="7839"/>
                    <a:pt x="6141" y="7808"/>
                  </a:cubicBezTo>
                  <a:cubicBezTo>
                    <a:pt x="9150" y="7322"/>
                    <a:pt x="14104" y="4799"/>
                    <a:pt x="16262" y="2641"/>
                  </a:cubicBezTo>
                  <a:cubicBezTo>
                    <a:pt x="17752" y="4890"/>
                    <a:pt x="19059" y="3006"/>
                    <a:pt x="20031" y="7717"/>
                  </a:cubicBezTo>
                  <a:lnTo>
                    <a:pt x="21095" y="6258"/>
                  </a:lnTo>
                  <a:cubicBezTo>
                    <a:pt x="20700" y="3219"/>
                    <a:pt x="18481" y="1881"/>
                    <a:pt x="15594" y="817"/>
                  </a:cubicBezTo>
                  <a:cubicBezTo>
                    <a:pt x="14057" y="229"/>
                    <a:pt x="12424" y="1"/>
                    <a:pt x="107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2564900" y="2019225"/>
              <a:ext cx="414925" cy="104550"/>
            </a:xfrm>
            <a:custGeom>
              <a:avLst/>
              <a:gdLst/>
              <a:ahLst/>
              <a:cxnLst/>
              <a:rect l="l" t="t" r="r" b="b"/>
              <a:pathLst>
                <a:path w="16597" h="4182" extrusionOk="0">
                  <a:moveTo>
                    <a:pt x="16591" y="1"/>
                  </a:moveTo>
                  <a:cubicBezTo>
                    <a:pt x="16515" y="1"/>
                    <a:pt x="15846" y="734"/>
                    <a:pt x="14530" y="1524"/>
                  </a:cubicBezTo>
                  <a:lnTo>
                    <a:pt x="13983" y="1858"/>
                  </a:lnTo>
                  <a:lnTo>
                    <a:pt x="13375" y="2162"/>
                  </a:lnTo>
                  <a:cubicBezTo>
                    <a:pt x="12949" y="2405"/>
                    <a:pt x="12493" y="2557"/>
                    <a:pt x="12007" y="2770"/>
                  </a:cubicBezTo>
                  <a:cubicBezTo>
                    <a:pt x="10913" y="3165"/>
                    <a:pt x="9818" y="3439"/>
                    <a:pt x="8694" y="3652"/>
                  </a:cubicBezTo>
                  <a:cubicBezTo>
                    <a:pt x="7685" y="3811"/>
                    <a:pt x="6700" y="3901"/>
                    <a:pt x="5698" y="3901"/>
                  </a:cubicBezTo>
                  <a:cubicBezTo>
                    <a:pt x="5552" y="3901"/>
                    <a:pt x="5406" y="3899"/>
                    <a:pt x="5259" y="3895"/>
                  </a:cubicBezTo>
                  <a:cubicBezTo>
                    <a:pt x="4317" y="3864"/>
                    <a:pt x="3375" y="3773"/>
                    <a:pt x="2463" y="3591"/>
                  </a:cubicBezTo>
                  <a:cubicBezTo>
                    <a:pt x="1002" y="3276"/>
                    <a:pt x="135" y="2826"/>
                    <a:pt x="14" y="2826"/>
                  </a:cubicBezTo>
                  <a:cubicBezTo>
                    <a:pt x="7" y="2826"/>
                    <a:pt x="2" y="2827"/>
                    <a:pt x="1" y="2831"/>
                  </a:cubicBezTo>
                  <a:cubicBezTo>
                    <a:pt x="183" y="2983"/>
                    <a:pt x="396" y="3074"/>
                    <a:pt x="609" y="3165"/>
                  </a:cubicBezTo>
                  <a:cubicBezTo>
                    <a:pt x="852" y="3287"/>
                    <a:pt x="1095" y="3408"/>
                    <a:pt x="1368" y="3500"/>
                  </a:cubicBezTo>
                  <a:lnTo>
                    <a:pt x="1855" y="3652"/>
                  </a:lnTo>
                  <a:lnTo>
                    <a:pt x="2432" y="3804"/>
                  </a:lnTo>
                  <a:cubicBezTo>
                    <a:pt x="3344" y="4016"/>
                    <a:pt x="4286" y="4138"/>
                    <a:pt x="5259" y="4168"/>
                  </a:cubicBezTo>
                  <a:cubicBezTo>
                    <a:pt x="5477" y="4177"/>
                    <a:pt x="5695" y="4181"/>
                    <a:pt x="5913" y="4181"/>
                  </a:cubicBezTo>
                  <a:cubicBezTo>
                    <a:pt x="8009" y="4181"/>
                    <a:pt x="10116" y="3787"/>
                    <a:pt x="12098" y="3044"/>
                  </a:cubicBezTo>
                  <a:cubicBezTo>
                    <a:pt x="12584" y="2801"/>
                    <a:pt x="13071" y="2649"/>
                    <a:pt x="13496" y="2405"/>
                  </a:cubicBezTo>
                  <a:lnTo>
                    <a:pt x="14104" y="2071"/>
                  </a:lnTo>
                  <a:lnTo>
                    <a:pt x="14651" y="1737"/>
                  </a:lnTo>
                  <a:cubicBezTo>
                    <a:pt x="14955" y="1524"/>
                    <a:pt x="15229" y="1311"/>
                    <a:pt x="15533" y="1068"/>
                  </a:cubicBezTo>
                  <a:lnTo>
                    <a:pt x="15867" y="794"/>
                  </a:lnTo>
                  <a:lnTo>
                    <a:pt x="16141" y="521"/>
                  </a:lnTo>
                  <a:cubicBezTo>
                    <a:pt x="16323" y="369"/>
                    <a:pt x="16475" y="187"/>
                    <a:pt x="16597" y="4"/>
                  </a:cubicBezTo>
                  <a:cubicBezTo>
                    <a:pt x="16596" y="2"/>
                    <a:pt x="16594" y="1"/>
                    <a:pt x="1659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2603650" y="1997275"/>
              <a:ext cx="376950" cy="53275"/>
            </a:xfrm>
            <a:custGeom>
              <a:avLst/>
              <a:gdLst/>
              <a:ahLst/>
              <a:cxnLst/>
              <a:rect l="l" t="t" r="r" b="b"/>
              <a:pathLst>
                <a:path w="15078" h="2131" extrusionOk="0">
                  <a:moveTo>
                    <a:pt x="1" y="1"/>
                  </a:moveTo>
                  <a:cubicBezTo>
                    <a:pt x="153" y="153"/>
                    <a:pt x="305" y="274"/>
                    <a:pt x="487" y="365"/>
                  </a:cubicBezTo>
                  <a:cubicBezTo>
                    <a:pt x="670" y="517"/>
                    <a:pt x="882" y="639"/>
                    <a:pt x="1095" y="761"/>
                  </a:cubicBezTo>
                  <a:lnTo>
                    <a:pt x="1490" y="973"/>
                  </a:lnTo>
                  <a:lnTo>
                    <a:pt x="1977" y="1156"/>
                  </a:lnTo>
                  <a:cubicBezTo>
                    <a:pt x="3608" y="1797"/>
                    <a:pt x="5378" y="2130"/>
                    <a:pt x="7155" y="2130"/>
                  </a:cubicBezTo>
                  <a:cubicBezTo>
                    <a:pt x="7232" y="2130"/>
                    <a:pt x="7310" y="2130"/>
                    <a:pt x="7387" y="2128"/>
                  </a:cubicBezTo>
                  <a:cubicBezTo>
                    <a:pt x="9241" y="2128"/>
                    <a:pt x="11065" y="1946"/>
                    <a:pt x="12889" y="1520"/>
                  </a:cubicBezTo>
                  <a:cubicBezTo>
                    <a:pt x="13557" y="1369"/>
                    <a:pt x="14104" y="1217"/>
                    <a:pt x="14500" y="1095"/>
                  </a:cubicBezTo>
                  <a:cubicBezTo>
                    <a:pt x="14682" y="1034"/>
                    <a:pt x="14895" y="973"/>
                    <a:pt x="15077" y="852"/>
                  </a:cubicBezTo>
                  <a:cubicBezTo>
                    <a:pt x="15077" y="850"/>
                    <a:pt x="15073" y="849"/>
                    <a:pt x="15066" y="849"/>
                  </a:cubicBezTo>
                  <a:cubicBezTo>
                    <a:pt x="14962" y="849"/>
                    <a:pt x="14108" y="1052"/>
                    <a:pt x="12828" y="1308"/>
                  </a:cubicBezTo>
                  <a:cubicBezTo>
                    <a:pt x="11034" y="1642"/>
                    <a:pt x="9211" y="1824"/>
                    <a:pt x="7387" y="1824"/>
                  </a:cubicBezTo>
                  <a:cubicBezTo>
                    <a:pt x="7304" y="1826"/>
                    <a:pt x="7221" y="1827"/>
                    <a:pt x="7137" y="1827"/>
                  </a:cubicBezTo>
                  <a:cubicBezTo>
                    <a:pt x="5400" y="1827"/>
                    <a:pt x="3691" y="1525"/>
                    <a:pt x="2037" y="973"/>
                  </a:cubicBezTo>
                  <a:cubicBezTo>
                    <a:pt x="1338" y="669"/>
                    <a:pt x="670" y="365"/>
                    <a:pt x="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2979800" y="1966000"/>
              <a:ext cx="49425" cy="56375"/>
            </a:xfrm>
            <a:custGeom>
              <a:avLst/>
              <a:gdLst/>
              <a:ahLst/>
              <a:cxnLst/>
              <a:rect l="l" t="t" r="r" b="b"/>
              <a:pathLst>
                <a:path w="1977" h="2255" extrusionOk="0">
                  <a:moveTo>
                    <a:pt x="1775" y="1"/>
                  </a:moveTo>
                  <a:cubicBezTo>
                    <a:pt x="1695" y="1"/>
                    <a:pt x="1588" y="10"/>
                    <a:pt x="1460" y="36"/>
                  </a:cubicBezTo>
                  <a:cubicBezTo>
                    <a:pt x="669" y="279"/>
                    <a:pt x="92" y="948"/>
                    <a:pt x="31" y="1768"/>
                  </a:cubicBezTo>
                  <a:cubicBezTo>
                    <a:pt x="1" y="2072"/>
                    <a:pt x="92" y="2255"/>
                    <a:pt x="122" y="2255"/>
                  </a:cubicBezTo>
                  <a:cubicBezTo>
                    <a:pt x="153" y="2255"/>
                    <a:pt x="183" y="1525"/>
                    <a:pt x="730" y="887"/>
                  </a:cubicBezTo>
                  <a:cubicBezTo>
                    <a:pt x="1277" y="249"/>
                    <a:pt x="1976" y="127"/>
                    <a:pt x="1946" y="36"/>
                  </a:cubicBezTo>
                  <a:cubicBezTo>
                    <a:pt x="1946" y="18"/>
                    <a:pt x="1885" y="1"/>
                    <a:pt x="17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2246500" y="1964600"/>
              <a:ext cx="330575" cy="224650"/>
            </a:xfrm>
            <a:custGeom>
              <a:avLst/>
              <a:gdLst/>
              <a:ahLst/>
              <a:cxnLst/>
              <a:rect l="l" t="t" r="r" b="b"/>
              <a:pathLst>
                <a:path w="13223" h="8986" extrusionOk="0">
                  <a:moveTo>
                    <a:pt x="8726" y="1"/>
                  </a:moveTo>
                  <a:cubicBezTo>
                    <a:pt x="8241" y="1"/>
                    <a:pt x="7762" y="82"/>
                    <a:pt x="7296" y="244"/>
                  </a:cubicBezTo>
                  <a:cubicBezTo>
                    <a:pt x="5685" y="821"/>
                    <a:pt x="4469" y="2189"/>
                    <a:pt x="4135" y="3861"/>
                  </a:cubicBezTo>
                  <a:cubicBezTo>
                    <a:pt x="3983" y="4773"/>
                    <a:pt x="4135" y="5624"/>
                    <a:pt x="4074" y="6414"/>
                  </a:cubicBezTo>
                  <a:cubicBezTo>
                    <a:pt x="4043" y="6779"/>
                    <a:pt x="3983" y="7144"/>
                    <a:pt x="3800" y="7508"/>
                  </a:cubicBezTo>
                  <a:cubicBezTo>
                    <a:pt x="3648" y="7843"/>
                    <a:pt x="3405" y="8116"/>
                    <a:pt x="3132" y="8329"/>
                  </a:cubicBezTo>
                  <a:cubicBezTo>
                    <a:pt x="2796" y="8571"/>
                    <a:pt x="2404" y="8699"/>
                    <a:pt x="2004" y="8699"/>
                  </a:cubicBezTo>
                  <a:cubicBezTo>
                    <a:pt x="1751" y="8699"/>
                    <a:pt x="1494" y="8648"/>
                    <a:pt x="1247" y="8542"/>
                  </a:cubicBezTo>
                  <a:cubicBezTo>
                    <a:pt x="730" y="8268"/>
                    <a:pt x="366" y="7782"/>
                    <a:pt x="305" y="7174"/>
                  </a:cubicBezTo>
                  <a:cubicBezTo>
                    <a:pt x="244" y="6718"/>
                    <a:pt x="457" y="6232"/>
                    <a:pt x="852" y="5958"/>
                  </a:cubicBezTo>
                  <a:cubicBezTo>
                    <a:pt x="1118" y="5772"/>
                    <a:pt x="1430" y="5679"/>
                    <a:pt x="1749" y="5679"/>
                  </a:cubicBezTo>
                  <a:cubicBezTo>
                    <a:pt x="1794" y="5679"/>
                    <a:pt x="1840" y="5681"/>
                    <a:pt x="1885" y="5685"/>
                  </a:cubicBezTo>
                  <a:cubicBezTo>
                    <a:pt x="2189" y="5715"/>
                    <a:pt x="2493" y="5837"/>
                    <a:pt x="2736" y="6049"/>
                  </a:cubicBezTo>
                  <a:cubicBezTo>
                    <a:pt x="2676" y="5989"/>
                    <a:pt x="2615" y="5897"/>
                    <a:pt x="2554" y="5867"/>
                  </a:cubicBezTo>
                  <a:cubicBezTo>
                    <a:pt x="2372" y="5685"/>
                    <a:pt x="2129" y="5593"/>
                    <a:pt x="1885" y="5563"/>
                  </a:cubicBezTo>
                  <a:cubicBezTo>
                    <a:pt x="1805" y="5551"/>
                    <a:pt x="1723" y="5545"/>
                    <a:pt x="1641" y="5545"/>
                  </a:cubicBezTo>
                  <a:cubicBezTo>
                    <a:pt x="1320" y="5545"/>
                    <a:pt x="996" y="5637"/>
                    <a:pt x="730" y="5806"/>
                  </a:cubicBezTo>
                  <a:cubicBezTo>
                    <a:pt x="274" y="6110"/>
                    <a:pt x="1" y="6657"/>
                    <a:pt x="62" y="7204"/>
                  </a:cubicBezTo>
                  <a:cubicBezTo>
                    <a:pt x="122" y="7873"/>
                    <a:pt x="518" y="8481"/>
                    <a:pt x="1125" y="8785"/>
                  </a:cubicBezTo>
                  <a:cubicBezTo>
                    <a:pt x="1408" y="8920"/>
                    <a:pt x="1711" y="8986"/>
                    <a:pt x="2014" y="8986"/>
                  </a:cubicBezTo>
                  <a:cubicBezTo>
                    <a:pt x="2459" y="8986"/>
                    <a:pt x="2903" y="8844"/>
                    <a:pt x="3284" y="8572"/>
                  </a:cubicBezTo>
                  <a:cubicBezTo>
                    <a:pt x="3618" y="8329"/>
                    <a:pt x="3891" y="8025"/>
                    <a:pt x="4074" y="7660"/>
                  </a:cubicBezTo>
                  <a:cubicBezTo>
                    <a:pt x="4256" y="7265"/>
                    <a:pt x="4347" y="6840"/>
                    <a:pt x="4347" y="6445"/>
                  </a:cubicBezTo>
                  <a:cubicBezTo>
                    <a:pt x="4408" y="5593"/>
                    <a:pt x="4256" y="4742"/>
                    <a:pt x="4408" y="3922"/>
                  </a:cubicBezTo>
                  <a:cubicBezTo>
                    <a:pt x="4743" y="2341"/>
                    <a:pt x="5867" y="1065"/>
                    <a:pt x="7387" y="517"/>
                  </a:cubicBezTo>
                  <a:cubicBezTo>
                    <a:pt x="7835" y="361"/>
                    <a:pt x="8304" y="282"/>
                    <a:pt x="8771" y="282"/>
                  </a:cubicBezTo>
                  <a:cubicBezTo>
                    <a:pt x="9574" y="282"/>
                    <a:pt x="10374" y="513"/>
                    <a:pt x="11065" y="973"/>
                  </a:cubicBezTo>
                  <a:cubicBezTo>
                    <a:pt x="11825" y="1429"/>
                    <a:pt x="12433" y="2098"/>
                    <a:pt x="12828" y="2888"/>
                  </a:cubicBezTo>
                  <a:cubicBezTo>
                    <a:pt x="13101" y="3466"/>
                    <a:pt x="13162" y="3800"/>
                    <a:pt x="13193" y="3800"/>
                  </a:cubicBezTo>
                  <a:cubicBezTo>
                    <a:pt x="13223" y="3709"/>
                    <a:pt x="13193" y="3618"/>
                    <a:pt x="13162" y="3557"/>
                  </a:cubicBezTo>
                  <a:cubicBezTo>
                    <a:pt x="13132" y="3314"/>
                    <a:pt x="13041" y="3071"/>
                    <a:pt x="12949" y="2827"/>
                  </a:cubicBezTo>
                  <a:cubicBezTo>
                    <a:pt x="12585" y="2007"/>
                    <a:pt x="11977" y="1277"/>
                    <a:pt x="11217" y="791"/>
                  </a:cubicBezTo>
                  <a:cubicBezTo>
                    <a:pt x="10670" y="426"/>
                    <a:pt x="10092" y="183"/>
                    <a:pt x="9454" y="61"/>
                  </a:cubicBezTo>
                  <a:cubicBezTo>
                    <a:pt x="9211" y="21"/>
                    <a:pt x="8968" y="1"/>
                    <a:pt x="87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2677375" y="2032225"/>
              <a:ext cx="308525" cy="147450"/>
            </a:xfrm>
            <a:custGeom>
              <a:avLst/>
              <a:gdLst/>
              <a:ahLst/>
              <a:cxnLst/>
              <a:rect l="l" t="t" r="r" b="b"/>
              <a:pathLst>
                <a:path w="12341" h="5898" extrusionOk="0">
                  <a:moveTo>
                    <a:pt x="12341" y="1"/>
                  </a:moveTo>
                  <a:lnTo>
                    <a:pt x="12341" y="1"/>
                  </a:lnTo>
                  <a:cubicBezTo>
                    <a:pt x="12037" y="639"/>
                    <a:pt x="11672" y="1247"/>
                    <a:pt x="11277" y="1825"/>
                  </a:cubicBezTo>
                  <a:cubicBezTo>
                    <a:pt x="10183" y="3132"/>
                    <a:pt x="8785" y="4135"/>
                    <a:pt x="7143" y="4712"/>
                  </a:cubicBezTo>
                  <a:cubicBezTo>
                    <a:pt x="5532" y="5259"/>
                    <a:pt x="3860" y="5563"/>
                    <a:pt x="2128" y="5685"/>
                  </a:cubicBezTo>
                  <a:cubicBezTo>
                    <a:pt x="1429" y="5685"/>
                    <a:pt x="699" y="5746"/>
                    <a:pt x="0" y="5837"/>
                  </a:cubicBezTo>
                  <a:cubicBezTo>
                    <a:pt x="183" y="5898"/>
                    <a:pt x="395" y="5898"/>
                    <a:pt x="578" y="5898"/>
                  </a:cubicBezTo>
                  <a:lnTo>
                    <a:pt x="2158" y="5898"/>
                  </a:lnTo>
                  <a:cubicBezTo>
                    <a:pt x="3891" y="5867"/>
                    <a:pt x="5623" y="5563"/>
                    <a:pt x="7265" y="5016"/>
                  </a:cubicBezTo>
                  <a:cubicBezTo>
                    <a:pt x="8937" y="4439"/>
                    <a:pt x="10396" y="3375"/>
                    <a:pt x="11429" y="1946"/>
                  </a:cubicBezTo>
                  <a:cubicBezTo>
                    <a:pt x="11763" y="1521"/>
                    <a:pt x="12007" y="1034"/>
                    <a:pt x="12189" y="548"/>
                  </a:cubicBezTo>
                  <a:cubicBezTo>
                    <a:pt x="12250" y="366"/>
                    <a:pt x="12310" y="183"/>
                    <a:pt x="1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2481325" y="2439525"/>
              <a:ext cx="150475" cy="107175"/>
            </a:xfrm>
            <a:custGeom>
              <a:avLst/>
              <a:gdLst/>
              <a:ahLst/>
              <a:cxnLst/>
              <a:rect l="l" t="t" r="r" b="b"/>
              <a:pathLst>
                <a:path w="6019" h="4287" extrusionOk="0">
                  <a:moveTo>
                    <a:pt x="3390" y="988"/>
                  </a:moveTo>
                  <a:cubicBezTo>
                    <a:pt x="3506" y="988"/>
                    <a:pt x="3625" y="1012"/>
                    <a:pt x="3739" y="1065"/>
                  </a:cubicBezTo>
                  <a:cubicBezTo>
                    <a:pt x="4104" y="1278"/>
                    <a:pt x="4316" y="1703"/>
                    <a:pt x="4286" y="2129"/>
                  </a:cubicBezTo>
                  <a:cubicBezTo>
                    <a:pt x="4273" y="2221"/>
                    <a:pt x="4254" y="2312"/>
                    <a:pt x="4229" y="2401"/>
                  </a:cubicBezTo>
                  <a:lnTo>
                    <a:pt x="4229" y="2401"/>
                  </a:lnTo>
                  <a:cubicBezTo>
                    <a:pt x="4228" y="2401"/>
                    <a:pt x="4226" y="2402"/>
                    <a:pt x="4225" y="2402"/>
                  </a:cubicBezTo>
                  <a:cubicBezTo>
                    <a:pt x="4065" y="2455"/>
                    <a:pt x="3899" y="2480"/>
                    <a:pt x="3736" y="2480"/>
                  </a:cubicBezTo>
                  <a:cubicBezTo>
                    <a:pt x="3526" y="2480"/>
                    <a:pt x="3319" y="2440"/>
                    <a:pt x="3131" y="2372"/>
                  </a:cubicBezTo>
                  <a:cubicBezTo>
                    <a:pt x="2766" y="2189"/>
                    <a:pt x="2584" y="1794"/>
                    <a:pt x="2675" y="1399"/>
                  </a:cubicBezTo>
                  <a:cubicBezTo>
                    <a:pt x="2826" y="1139"/>
                    <a:pt x="3101" y="988"/>
                    <a:pt x="3390" y="988"/>
                  </a:cubicBezTo>
                  <a:close/>
                  <a:moveTo>
                    <a:pt x="5927" y="1"/>
                  </a:moveTo>
                  <a:cubicBezTo>
                    <a:pt x="5897" y="1"/>
                    <a:pt x="5927" y="214"/>
                    <a:pt x="5836" y="578"/>
                  </a:cubicBezTo>
                  <a:cubicBezTo>
                    <a:pt x="5745" y="1065"/>
                    <a:pt x="5471" y="1521"/>
                    <a:pt x="5107" y="1885"/>
                  </a:cubicBezTo>
                  <a:cubicBezTo>
                    <a:pt x="4952" y="2021"/>
                    <a:pt x="4773" y="2144"/>
                    <a:pt x="4577" y="2247"/>
                  </a:cubicBezTo>
                  <a:lnTo>
                    <a:pt x="4577" y="2247"/>
                  </a:lnTo>
                  <a:cubicBezTo>
                    <a:pt x="4582" y="2218"/>
                    <a:pt x="4586" y="2188"/>
                    <a:pt x="4590" y="2159"/>
                  </a:cubicBezTo>
                  <a:cubicBezTo>
                    <a:pt x="4651" y="1582"/>
                    <a:pt x="4377" y="1034"/>
                    <a:pt x="3860" y="761"/>
                  </a:cubicBezTo>
                  <a:cubicBezTo>
                    <a:pt x="3715" y="696"/>
                    <a:pt x="3564" y="666"/>
                    <a:pt x="3414" y="666"/>
                  </a:cubicBezTo>
                  <a:cubicBezTo>
                    <a:pt x="3000" y="666"/>
                    <a:pt x="2602" y="898"/>
                    <a:pt x="2401" y="1278"/>
                  </a:cubicBezTo>
                  <a:cubicBezTo>
                    <a:pt x="2310" y="1551"/>
                    <a:pt x="2310" y="1855"/>
                    <a:pt x="2462" y="2098"/>
                  </a:cubicBezTo>
                  <a:cubicBezTo>
                    <a:pt x="2584" y="2311"/>
                    <a:pt x="2766" y="2493"/>
                    <a:pt x="3009" y="2615"/>
                  </a:cubicBezTo>
                  <a:cubicBezTo>
                    <a:pt x="3232" y="2710"/>
                    <a:pt x="3463" y="2756"/>
                    <a:pt x="3693" y="2756"/>
                  </a:cubicBezTo>
                  <a:cubicBezTo>
                    <a:pt x="3834" y="2756"/>
                    <a:pt x="3975" y="2739"/>
                    <a:pt x="4113" y="2706"/>
                  </a:cubicBezTo>
                  <a:lnTo>
                    <a:pt x="4113" y="2706"/>
                  </a:lnTo>
                  <a:cubicBezTo>
                    <a:pt x="4017" y="2903"/>
                    <a:pt x="3884" y="3080"/>
                    <a:pt x="3708" y="3223"/>
                  </a:cubicBezTo>
                  <a:cubicBezTo>
                    <a:pt x="3161" y="3740"/>
                    <a:pt x="2462" y="4044"/>
                    <a:pt x="1702" y="4044"/>
                  </a:cubicBezTo>
                  <a:cubicBezTo>
                    <a:pt x="1186" y="4044"/>
                    <a:pt x="699" y="3861"/>
                    <a:pt x="365" y="3496"/>
                  </a:cubicBezTo>
                  <a:cubicBezTo>
                    <a:pt x="91" y="3253"/>
                    <a:pt x="31" y="3040"/>
                    <a:pt x="0" y="3040"/>
                  </a:cubicBezTo>
                  <a:cubicBezTo>
                    <a:pt x="0" y="3040"/>
                    <a:pt x="31" y="3284"/>
                    <a:pt x="274" y="3588"/>
                  </a:cubicBezTo>
                  <a:cubicBezTo>
                    <a:pt x="638" y="3983"/>
                    <a:pt x="1155" y="4256"/>
                    <a:pt x="1702" y="4287"/>
                  </a:cubicBezTo>
                  <a:cubicBezTo>
                    <a:pt x="2523" y="4287"/>
                    <a:pt x="3313" y="3983"/>
                    <a:pt x="3921" y="3436"/>
                  </a:cubicBezTo>
                  <a:cubicBezTo>
                    <a:pt x="4178" y="3200"/>
                    <a:pt x="4375" y="2904"/>
                    <a:pt x="4490" y="2580"/>
                  </a:cubicBezTo>
                  <a:lnTo>
                    <a:pt x="4490" y="2580"/>
                  </a:lnTo>
                  <a:cubicBezTo>
                    <a:pt x="4786" y="2454"/>
                    <a:pt x="5055" y="2267"/>
                    <a:pt x="5259" y="2037"/>
                  </a:cubicBezTo>
                  <a:cubicBezTo>
                    <a:pt x="5654" y="1642"/>
                    <a:pt x="5897" y="1126"/>
                    <a:pt x="5958" y="609"/>
                  </a:cubicBezTo>
                  <a:cubicBezTo>
                    <a:pt x="6018" y="396"/>
                    <a:pt x="5988" y="214"/>
                    <a:pt x="59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1733575" y="4194125"/>
              <a:ext cx="1540325" cy="4575"/>
            </a:xfrm>
            <a:custGeom>
              <a:avLst/>
              <a:gdLst/>
              <a:ahLst/>
              <a:cxnLst/>
              <a:rect l="l" t="t" r="r" b="b"/>
              <a:pathLst>
                <a:path w="61613" h="183" extrusionOk="0">
                  <a:moveTo>
                    <a:pt x="30822" y="0"/>
                  </a:moveTo>
                  <a:cubicBezTo>
                    <a:pt x="13800" y="0"/>
                    <a:pt x="1" y="31"/>
                    <a:pt x="1" y="92"/>
                  </a:cubicBezTo>
                  <a:cubicBezTo>
                    <a:pt x="1" y="152"/>
                    <a:pt x="13800" y="183"/>
                    <a:pt x="30822" y="183"/>
                  </a:cubicBezTo>
                  <a:cubicBezTo>
                    <a:pt x="47813" y="183"/>
                    <a:pt x="61613" y="152"/>
                    <a:pt x="61613" y="92"/>
                  </a:cubicBezTo>
                  <a:cubicBezTo>
                    <a:pt x="61613" y="31"/>
                    <a:pt x="47813" y="0"/>
                    <a:pt x="308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1200125" y="3645475"/>
              <a:ext cx="185450" cy="340450"/>
            </a:xfrm>
            <a:custGeom>
              <a:avLst/>
              <a:gdLst/>
              <a:ahLst/>
              <a:cxnLst/>
              <a:rect l="l" t="t" r="r" b="b"/>
              <a:pathLst>
                <a:path w="7418" h="13618" extrusionOk="0">
                  <a:moveTo>
                    <a:pt x="2250" y="1"/>
                  </a:moveTo>
                  <a:cubicBezTo>
                    <a:pt x="1" y="213"/>
                    <a:pt x="214" y="5320"/>
                    <a:pt x="1186" y="7812"/>
                  </a:cubicBezTo>
                  <a:cubicBezTo>
                    <a:pt x="1794" y="9423"/>
                    <a:pt x="3193" y="12402"/>
                    <a:pt x="5807" y="13618"/>
                  </a:cubicBezTo>
                  <a:cubicBezTo>
                    <a:pt x="6718" y="11217"/>
                    <a:pt x="7418" y="8329"/>
                    <a:pt x="6992" y="5776"/>
                  </a:cubicBezTo>
                  <a:cubicBezTo>
                    <a:pt x="6779" y="4438"/>
                    <a:pt x="6293" y="3192"/>
                    <a:pt x="5563" y="2068"/>
                  </a:cubicBezTo>
                  <a:cubicBezTo>
                    <a:pt x="4773" y="943"/>
                    <a:pt x="3588" y="213"/>
                    <a:pt x="225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1417475" y="3901900"/>
              <a:ext cx="180100" cy="169150"/>
            </a:xfrm>
            <a:custGeom>
              <a:avLst/>
              <a:gdLst/>
              <a:ahLst/>
              <a:cxnLst/>
              <a:rect l="l" t="t" r="r" b="b"/>
              <a:pathLst>
                <a:path w="7204" h="6766" extrusionOk="0">
                  <a:moveTo>
                    <a:pt x="5293" y="1"/>
                  </a:moveTo>
                  <a:cubicBezTo>
                    <a:pt x="5036" y="1"/>
                    <a:pt x="4777" y="33"/>
                    <a:pt x="4529" y="78"/>
                  </a:cubicBezTo>
                  <a:cubicBezTo>
                    <a:pt x="3040" y="382"/>
                    <a:pt x="1733" y="1233"/>
                    <a:pt x="882" y="2510"/>
                  </a:cubicBezTo>
                  <a:cubicBezTo>
                    <a:pt x="61" y="3786"/>
                    <a:pt x="0" y="5397"/>
                    <a:pt x="699" y="6765"/>
                  </a:cubicBezTo>
                  <a:cubicBezTo>
                    <a:pt x="2918" y="6765"/>
                    <a:pt x="4620" y="5428"/>
                    <a:pt x="6110" y="3786"/>
                  </a:cubicBezTo>
                  <a:cubicBezTo>
                    <a:pt x="6566" y="3331"/>
                    <a:pt x="6870" y="2753"/>
                    <a:pt x="7052" y="2145"/>
                  </a:cubicBezTo>
                  <a:cubicBezTo>
                    <a:pt x="7204" y="1476"/>
                    <a:pt x="6991" y="808"/>
                    <a:pt x="6505" y="382"/>
                  </a:cubicBezTo>
                  <a:cubicBezTo>
                    <a:pt x="6160" y="95"/>
                    <a:pt x="5731" y="1"/>
                    <a:pt x="529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1412150" y="3973750"/>
              <a:ext cx="102600" cy="304750"/>
            </a:xfrm>
            <a:custGeom>
              <a:avLst/>
              <a:gdLst/>
              <a:ahLst/>
              <a:cxnLst/>
              <a:rect l="l" t="t" r="r" b="b"/>
              <a:pathLst>
                <a:path w="4104" h="12190" extrusionOk="0">
                  <a:moveTo>
                    <a:pt x="4104" y="1"/>
                  </a:moveTo>
                  <a:cubicBezTo>
                    <a:pt x="4073" y="1"/>
                    <a:pt x="4043" y="31"/>
                    <a:pt x="3982" y="61"/>
                  </a:cubicBezTo>
                  <a:cubicBezTo>
                    <a:pt x="3861" y="122"/>
                    <a:pt x="3769" y="183"/>
                    <a:pt x="3648" y="244"/>
                  </a:cubicBezTo>
                  <a:cubicBezTo>
                    <a:pt x="3253" y="517"/>
                    <a:pt x="2858" y="821"/>
                    <a:pt x="2523" y="1186"/>
                  </a:cubicBezTo>
                  <a:cubicBezTo>
                    <a:pt x="1459" y="2402"/>
                    <a:pt x="699" y="3861"/>
                    <a:pt x="365" y="5441"/>
                  </a:cubicBezTo>
                  <a:cubicBezTo>
                    <a:pt x="61" y="7022"/>
                    <a:pt x="0" y="8633"/>
                    <a:pt x="213" y="10214"/>
                  </a:cubicBezTo>
                  <a:cubicBezTo>
                    <a:pt x="274" y="10791"/>
                    <a:pt x="335" y="11277"/>
                    <a:pt x="365" y="11673"/>
                  </a:cubicBezTo>
                  <a:cubicBezTo>
                    <a:pt x="365" y="11824"/>
                    <a:pt x="396" y="12007"/>
                    <a:pt x="426" y="12189"/>
                  </a:cubicBezTo>
                  <a:cubicBezTo>
                    <a:pt x="456" y="12007"/>
                    <a:pt x="456" y="11824"/>
                    <a:pt x="426" y="11642"/>
                  </a:cubicBezTo>
                  <a:cubicBezTo>
                    <a:pt x="426" y="11308"/>
                    <a:pt x="396" y="10791"/>
                    <a:pt x="335" y="10183"/>
                  </a:cubicBezTo>
                  <a:cubicBezTo>
                    <a:pt x="274" y="8967"/>
                    <a:pt x="122" y="7265"/>
                    <a:pt x="547" y="5472"/>
                  </a:cubicBezTo>
                  <a:cubicBezTo>
                    <a:pt x="882" y="3922"/>
                    <a:pt x="1581" y="2463"/>
                    <a:pt x="2645" y="1277"/>
                  </a:cubicBezTo>
                  <a:cubicBezTo>
                    <a:pt x="3070" y="791"/>
                    <a:pt x="3587" y="365"/>
                    <a:pt x="41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1269275" y="3741975"/>
              <a:ext cx="155825" cy="546400"/>
            </a:xfrm>
            <a:custGeom>
              <a:avLst/>
              <a:gdLst/>
              <a:ahLst/>
              <a:cxnLst/>
              <a:rect l="l" t="t" r="r" b="b"/>
              <a:pathLst>
                <a:path w="6233" h="21856" extrusionOk="0">
                  <a:moveTo>
                    <a:pt x="1" y="1"/>
                  </a:moveTo>
                  <a:cubicBezTo>
                    <a:pt x="31" y="62"/>
                    <a:pt x="31" y="123"/>
                    <a:pt x="62" y="214"/>
                  </a:cubicBezTo>
                  <a:cubicBezTo>
                    <a:pt x="123" y="366"/>
                    <a:pt x="183" y="578"/>
                    <a:pt x="244" y="852"/>
                  </a:cubicBezTo>
                  <a:cubicBezTo>
                    <a:pt x="427" y="1430"/>
                    <a:pt x="670" y="2220"/>
                    <a:pt x="974" y="3162"/>
                  </a:cubicBezTo>
                  <a:cubicBezTo>
                    <a:pt x="1551" y="5138"/>
                    <a:pt x="2372" y="7843"/>
                    <a:pt x="3253" y="10883"/>
                  </a:cubicBezTo>
                  <a:cubicBezTo>
                    <a:pt x="4104" y="13892"/>
                    <a:pt x="4834" y="16627"/>
                    <a:pt x="5351" y="18633"/>
                  </a:cubicBezTo>
                  <a:cubicBezTo>
                    <a:pt x="5594" y="19606"/>
                    <a:pt x="5837" y="20396"/>
                    <a:pt x="5989" y="20974"/>
                  </a:cubicBezTo>
                  <a:lnTo>
                    <a:pt x="6171" y="21612"/>
                  </a:lnTo>
                  <a:cubicBezTo>
                    <a:pt x="6171" y="21703"/>
                    <a:pt x="6202" y="21764"/>
                    <a:pt x="6232" y="21855"/>
                  </a:cubicBezTo>
                  <a:cubicBezTo>
                    <a:pt x="6232" y="21764"/>
                    <a:pt x="6202" y="21673"/>
                    <a:pt x="6202" y="21612"/>
                  </a:cubicBezTo>
                  <a:cubicBezTo>
                    <a:pt x="6171" y="21430"/>
                    <a:pt x="6111" y="21217"/>
                    <a:pt x="6050" y="20974"/>
                  </a:cubicBezTo>
                  <a:cubicBezTo>
                    <a:pt x="5928" y="20396"/>
                    <a:pt x="5746" y="19606"/>
                    <a:pt x="5503" y="18603"/>
                  </a:cubicBezTo>
                  <a:cubicBezTo>
                    <a:pt x="4986" y="16597"/>
                    <a:pt x="4287" y="13861"/>
                    <a:pt x="3436" y="10822"/>
                  </a:cubicBezTo>
                  <a:cubicBezTo>
                    <a:pt x="2554" y="7813"/>
                    <a:pt x="1734" y="5077"/>
                    <a:pt x="1095" y="3132"/>
                  </a:cubicBezTo>
                  <a:cubicBezTo>
                    <a:pt x="791" y="2159"/>
                    <a:pt x="518" y="1369"/>
                    <a:pt x="335" y="822"/>
                  </a:cubicBezTo>
                  <a:cubicBezTo>
                    <a:pt x="244" y="578"/>
                    <a:pt x="153" y="366"/>
                    <a:pt x="92" y="214"/>
                  </a:cubicBezTo>
                  <a:cubicBezTo>
                    <a:pt x="62" y="123"/>
                    <a:pt x="62" y="6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1110475" y="3995175"/>
              <a:ext cx="246225" cy="152050"/>
            </a:xfrm>
            <a:custGeom>
              <a:avLst/>
              <a:gdLst/>
              <a:ahLst/>
              <a:cxnLst/>
              <a:rect l="l" t="t" r="r" b="b"/>
              <a:pathLst>
                <a:path w="9849" h="6082" extrusionOk="0">
                  <a:moveTo>
                    <a:pt x="1916" y="0"/>
                  </a:moveTo>
                  <a:cubicBezTo>
                    <a:pt x="1317" y="0"/>
                    <a:pt x="735" y="155"/>
                    <a:pt x="426" y="663"/>
                  </a:cubicBezTo>
                  <a:cubicBezTo>
                    <a:pt x="0" y="1332"/>
                    <a:pt x="395" y="2244"/>
                    <a:pt x="882" y="2882"/>
                  </a:cubicBezTo>
                  <a:cubicBezTo>
                    <a:pt x="2520" y="4941"/>
                    <a:pt x="4986" y="6082"/>
                    <a:pt x="7546" y="6082"/>
                  </a:cubicBezTo>
                  <a:cubicBezTo>
                    <a:pt x="8312" y="6082"/>
                    <a:pt x="9086" y="5980"/>
                    <a:pt x="9848" y="5770"/>
                  </a:cubicBezTo>
                  <a:lnTo>
                    <a:pt x="9818" y="5557"/>
                  </a:lnTo>
                  <a:cubicBezTo>
                    <a:pt x="8420" y="2669"/>
                    <a:pt x="5745" y="633"/>
                    <a:pt x="2584" y="55"/>
                  </a:cubicBezTo>
                  <a:cubicBezTo>
                    <a:pt x="2368" y="22"/>
                    <a:pt x="2141" y="0"/>
                    <a:pt x="19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1200125" y="4052775"/>
              <a:ext cx="218125" cy="204450"/>
            </a:xfrm>
            <a:custGeom>
              <a:avLst/>
              <a:gdLst/>
              <a:ahLst/>
              <a:cxnLst/>
              <a:rect l="l" t="t" r="r" b="b"/>
              <a:pathLst>
                <a:path w="8725" h="8178" extrusionOk="0">
                  <a:moveTo>
                    <a:pt x="31" y="1"/>
                  </a:moveTo>
                  <a:cubicBezTo>
                    <a:pt x="1" y="31"/>
                    <a:pt x="730" y="153"/>
                    <a:pt x="1794" y="517"/>
                  </a:cubicBezTo>
                  <a:cubicBezTo>
                    <a:pt x="2068" y="609"/>
                    <a:pt x="2372" y="730"/>
                    <a:pt x="2645" y="882"/>
                  </a:cubicBezTo>
                  <a:cubicBezTo>
                    <a:pt x="2980" y="1034"/>
                    <a:pt x="3314" y="1186"/>
                    <a:pt x="3618" y="1369"/>
                  </a:cubicBezTo>
                  <a:cubicBezTo>
                    <a:pt x="5047" y="2159"/>
                    <a:pt x="6262" y="3314"/>
                    <a:pt x="7174" y="4651"/>
                  </a:cubicBezTo>
                  <a:cubicBezTo>
                    <a:pt x="7357" y="4955"/>
                    <a:pt x="7539" y="5259"/>
                    <a:pt x="7691" y="5594"/>
                  </a:cubicBezTo>
                  <a:cubicBezTo>
                    <a:pt x="7843" y="5867"/>
                    <a:pt x="7995" y="6141"/>
                    <a:pt x="8117" y="6445"/>
                  </a:cubicBezTo>
                  <a:cubicBezTo>
                    <a:pt x="8542" y="7478"/>
                    <a:pt x="8664" y="8177"/>
                    <a:pt x="8725" y="8177"/>
                  </a:cubicBezTo>
                  <a:cubicBezTo>
                    <a:pt x="8694" y="8025"/>
                    <a:pt x="8664" y="7843"/>
                    <a:pt x="8633" y="7691"/>
                  </a:cubicBezTo>
                  <a:cubicBezTo>
                    <a:pt x="8603" y="7478"/>
                    <a:pt x="8542" y="7296"/>
                    <a:pt x="8481" y="7113"/>
                  </a:cubicBezTo>
                  <a:cubicBezTo>
                    <a:pt x="8421" y="6870"/>
                    <a:pt x="8329" y="6627"/>
                    <a:pt x="8238" y="6384"/>
                  </a:cubicBezTo>
                  <a:cubicBezTo>
                    <a:pt x="8117" y="6080"/>
                    <a:pt x="7995" y="5806"/>
                    <a:pt x="7843" y="5533"/>
                  </a:cubicBezTo>
                  <a:cubicBezTo>
                    <a:pt x="7691" y="5198"/>
                    <a:pt x="7509" y="4864"/>
                    <a:pt x="7326" y="4560"/>
                  </a:cubicBezTo>
                  <a:cubicBezTo>
                    <a:pt x="6840" y="3891"/>
                    <a:pt x="6323" y="3253"/>
                    <a:pt x="5715" y="2676"/>
                  </a:cubicBezTo>
                  <a:cubicBezTo>
                    <a:pt x="5107" y="2098"/>
                    <a:pt x="4439" y="1612"/>
                    <a:pt x="3709" y="1217"/>
                  </a:cubicBezTo>
                  <a:cubicBezTo>
                    <a:pt x="3375" y="1034"/>
                    <a:pt x="3071" y="882"/>
                    <a:pt x="2737" y="730"/>
                  </a:cubicBezTo>
                  <a:cubicBezTo>
                    <a:pt x="2433" y="609"/>
                    <a:pt x="2159" y="487"/>
                    <a:pt x="1855" y="396"/>
                  </a:cubicBezTo>
                  <a:cubicBezTo>
                    <a:pt x="1551" y="305"/>
                    <a:pt x="1308" y="244"/>
                    <a:pt x="1095" y="183"/>
                  </a:cubicBezTo>
                  <a:cubicBezTo>
                    <a:pt x="882" y="122"/>
                    <a:pt x="700" y="92"/>
                    <a:pt x="518" y="62"/>
                  </a:cubicBezTo>
                  <a:cubicBezTo>
                    <a:pt x="335" y="31"/>
                    <a:pt x="183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5;p51">
            <a:extLst>
              <a:ext uri="{FF2B5EF4-FFF2-40B4-BE49-F238E27FC236}">
                <a16:creationId xmlns:a16="http://schemas.microsoft.com/office/drawing/2014/main" id="{3820EA4D-22CF-0B11-9FF9-96381FC6161D}"/>
              </a:ext>
            </a:extLst>
          </p:cNvPr>
          <p:cNvSpPr/>
          <p:nvPr/>
        </p:nvSpPr>
        <p:spPr>
          <a:xfrm>
            <a:off x="6762914" y="2201700"/>
            <a:ext cx="1873800" cy="74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5" name="Google Shape;1225;p51"/>
          <p:cNvSpPr/>
          <p:nvPr/>
        </p:nvSpPr>
        <p:spPr>
          <a:xfrm>
            <a:off x="4400400" y="3554288"/>
            <a:ext cx="1873800" cy="74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4" name="Google Shape;1224;p51"/>
          <p:cNvSpPr/>
          <p:nvPr/>
        </p:nvSpPr>
        <p:spPr>
          <a:xfrm>
            <a:off x="4400400" y="2440950"/>
            <a:ext cx="1873800" cy="74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Facebook’s Global Impact: A Data Perspective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235" name="Google Shape;1235;p51"/>
          <p:cNvSpPr txBox="1">
            <a:spLocks noGrp="1"/>
          </p:cNvSpPr>
          <p:nvPr>
            <p:ph type="subTitle" idx="1"/>
          </p:nvPr>
        </p:nvSpPr>
        <p:spPr>
          <a:xfrm>
            <a:off x="6840805" y="2548077"/>
            <a:ext cx="1618371" cy="3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Users In the USA</a:t>
            </a:r>
            <a:endParaRPr sz="1400" dirty="0"/>
          </a:p>
        </p:txBody>
      </p:sp>
      <p:sp>
        <p:nvSpPr>
          <p:cNvPr id="1236" name="Google Shape;1236;p51"/>
          <p:cNvSpPr txBox="1">
            <a:spLocks noGrp="1"/>
          </p:cNvSpPr>
          <p:nvPr>
            <p:ph type="subTitle" idx="4294967295"/>
          </p:nvPr>
        </p:nvSpPr>
        <p:spPr>
          <a:xfrm>
            <a:off x="7164949" y="2160727"/>
            <a:ext cx="1270000" cy="387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3E5E9C"/>
                </a:solidFill>
                <a:latin typeface="Fredoka One"/>
                <a:ea typeface="Fredoka One"/>
                <a:cs typeface="Fredoka One"/>
                <a:sym typeface="Fredoka One"/>
              </a:rPr>
              <a:t>51.48%</a:t>
            </a:r>
            <a:endParaRPr sz="1900" dirty="0">
              <a:solidFill>
                <a:srgbClr val="3E5E9C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243" name="Google Shape;1243;p51"/>
          <p:cNvSpPr txBox="1">
            <a:spLocks noGrp="1"/>
          </p:cNvSpPr>
          <p:nvPr>
            <p:ph type="subTitle" idx="4294967295"/>
          </p:nvPr>
        </p:nvSpPr>
        <p:spPr>
          <a:xfrm>
            <a:off x="4496844" y="3743849"/>
            <a:ext cx="2157412" cy="336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Fake accounts removed/ quarterly</a:t>
            </a:r>
            <a:endParaRPr sz="1400" dirty="0"/>
          </a:p>
        </p:txBody>
      </p:sp>
      <p:sp>
        <p:nvSpPr>
          <p:cNvPr id="1244" name="Google Shape;1244;p51"/>
          <p:cNvSpPr txBox="1">
            <a:spLocks noGrp="1"/>
          </p:cNvSpPr>
          <p:nvPr>
            <p:ph type="subTitle" idx="4294967295"/>
          </p:nvPr>
        </p:nvSpPr>
        <p:spPr>
          <a:xfrm>
            <a:off x="4821280" y="3529860"/>
            <a:ext cx="1268412" cy="336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466DBD"/>
                </a:solidFill>
                <a:latin typeface="Fredoka One"/>
                <a:ea typeface="Fredoka One"/>
                <a:cs typeface="Fredoka One"/>
                <a:sym typeface="Fredoka One"/>
              </a:rPr>
              <a:t>1.3B </a:t>
            </a:r>
            <a:endParaRPr sz="1900" dirty="0">
              <a:solidFill>
                <a:srgbClr val="466DBD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245" name="Google Shape;1245;p51"/>
          <p:cNvSpPr txBox="1">
            <a:spLocks noGrp="1"/>
          </p:cNvSpPr>
          <p:nvPr>
            <p:ph type="subTitle" idx="4294967295"/>
          </p:nvPr>
        </p:nvSpPr>
        <p:spPr>
          <a:xfrm>
            <a:off x="4571988" y="2824999"/>
            <a:ext cx="1270000" cy="336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Growth rate </a:t>
            </a:r>
            <a:endParaRPr sz="1400" dirty="0"/>
          </a:p>
        </p:txBody>
      </p:sp>
      <p:sp>
        <p:nvSpPr>
          <p:cNvPr id="1246" name="Google Shape;1246;p51"/>
          <p:cNvSpPr txBox="1">
            <a:spLocks noGrp="1"/>
          </p:cNvSpPr>
          <p:nvPr>
            <p:ph type="subTitle" idx="4294967295"/>
          </p:nvPr>
        </p:nvSpPr>
        <p:spPr>
          <a:xfrm>
            <a:off x="4315329" y="2460625"/>
            <a:ext cx="2036762" cy="338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4E7BDE"/>
                </a:solidFill>
                <a:latin typeface="Fredoka One"/>
                <a:ea typeface="Fredoka One"/>
                <a:cs typeface="Fredoka One"/>
                <a:sym typeface="Fredoka One"/>
              </a:rPr>
              <a:t>5.1% every year</a:t>
            </a:r>
            <a:endParaRPr sz="1900" dirty="0">
              <a:solidFill>
                <a:srgbClr val="4E7BDE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226" name="Google Shape;1226;p51"/>
          <p:cNvSpPr/>
          <p:nvPr/>
        </p:nvSpPr>
        <p:spPr>
          <a:xfrm>
            <a:off x="4400400" y="1347290"/>
            <a:ext cx="1873800" cy="74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9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3.07B</a:t>
            </a:r>
          </a:p>
          <a:p>
            <a:r>
              <a:rPr lang="en-US" sz="1400" dirty="0"/>
              <a:t>Monthly Active users</a:t>
            </a:r>
          </a:p>
        </p:txBody>
      </p:sp>
      <p:sp>
        <p:nvSpPr>
          <p:cNvPr id="1229" name="Google Shape;1229;p51"/>
          <p:cNvSpPr/>
          <p:nvPr/>
        </p:nvSpPr>
        <p:spPr>
          <a:xfrm>
            <a:off x="2010338" y="3328085"/>
            <a:ext cx="1873800" cy="74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A989F-303F-EC3E-1551-18496DFC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24" b="3781"/>
          <a:stretch/>
        </p:blipFill>
        <p:spPr>
          <a:xfrm>
            <a:off x="311688" y="1516293"/>
            <a:ext cx="3708656" cy="2381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9"/>
          <p:cNvSpPr txBox="1">
            <a:spLocks noGrp="1"/>
          </p:cNvSpPr>
          <p:nvPr>
            <p:ph type="title"/>
          </p:nvPr>
        </p:nvSpPr>
        <p:spPr>
          <a:xfrm>
            <a:off x="54890" y="195256"/>
            <a:ext cx="9089110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Meta’s Privacy Policy: A Comprehensive Framework</a:t>
            </a:r>
            <a:endParaRPr lang="en-US" dirty="0">
              <a:latin typeface="Fredoka One" panose="02000000000000000000" pitchFamily="2" charset="77"/>
            </a:endParaRPr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7EA3B4AC-C216-6879-BFB1-F3FBA32F9CF3}"/>
              </a:ext>
            </a:extLst>
          </p:cNvPr>
          <p:cNvSpPr/>
          <p:nvPr/>
        </p:nvSpPr>
        <p:spPr>
          <a:xfrm>
            <a:off x="54889" y="1340600"/>
            <a:ext cx="2038027" cy="3014421"/>
          </a:xfrm>
          <a:prstGeom prst="round2Diag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6A33FD9D-A588-4047-90DF-7FD04F501937}"/>
              </a:ext>
            </a:extLst>
          </p:cNvPr>
          <p:cNvSpPr/>
          <p:nvPr/>
        </p:nvSpPr>
        <p:spPr>
          <a:xfrm>
            <a:off x="2377052" y="1340598"/>
            <a:ext cx="2038027" cy="3014421"/>
          </a:xfrm>
          <a:prstGeom prst="round2Diag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id="{A8827708-4DDB-40EC-7F3A-68372AC3B0B8}"/>
              </a:ext>
            </a:extLst>
          </p:cNvPr>
          <p:cNvSpPr/>
          <p:nvPr/>
        </p:nvSpPr>
        <p:spPr>
          <a:xfrm>
            <a:off x="4714068" y="1340600"/>
            <a:ext cx="2038027" cy="3014421"/>
          </a:xfrm>
          <a:prstGeom prst="round2Diag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57780B0C-47B9-B5CD-656F-B56232B92D5E}"/>
              </a:ext>
            </a:extLst>
          </p:cNvPr>
          <p:cNvSpPr/>
          <p:nvPr/>
        </p:nvSpPr>
        <p:spPr>
          <a:xfrm>
            <a:off x="7051084" y="1340599"/>
            <a:ext cx="2038027" cy="3014421"/>
          </a:xfrm>
          <a:prstGeom prst="round2Diag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80AFF-4449-1FAE-F0DE-F851A36ACC41}"/>
              </a:ext>
            </a:extLst>
          </p:cNvPr>
          <p:cNvSpPr txBox="1"/>
          <p:nvPr/>
        </p:nvSpPr>
        <p:spPr>
          <a:xfrm>
            <a:off x="216976" y="1485254"/>
            <a:ext cx="1743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chin" panose="02000603020000020003" pitchFamily="2" charset="0"/>
              </a:rPr>
              <a:t>Policy Coverage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0DDC9-A4E7-8EF4-E5B1-C5BA0A235B7C}"/>
              </a:ext>
            </a:extLst>
          </p:cNvPr>
          <p:cNvSpPr txBox="1"/>
          <p:nvPr/>
        </p:nvSpPr>
        <p:spPr>
          <a:xfrm>
            <a:off x="2663770" y="1485254"/>
            <a:ext cx="1575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chin" panose="02000603020000020003" pitchFamily="2" charset="0"/>
              </a:rPr>
              <a:t>Data Handling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2ED0D-FF86-1019-B1AB-13A9384DDE48}"/>
              </a:ext>
            </a:extLst>
          </p:cNvPr>
          <p:cNvSpPr txBox="1"/>
          <p:nvPr/>
        </p:nvSpPr>
        <p:spPr>
          <a:xfrm>
            <a:off x="4943959" y="1485254"/>
            <a:ext cx="1704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chin" panose="02000603020000020003" pitchFamily="2" charset="0"/>
              </a:rPr>
              <a:t>Data Retention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396281-8D17-8078-DC39-0B75F7E01E10}"/>
              </a:ext>
            </a:extLst>
          </p:cNvPr>
          <p:cNvSpPr txBox="1"/>
          <p:nvPr/>
        </p:nvSpPr>
        <p:spPr>
          <a:xfrm>
            <a:off x="7462434" y="1464786"/>
            <a:ext cx="1464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chin" panose="02000603020000020003" pitchFamily="2" charset="0"/>
              </a:rPr>
              <a:t>User Rights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ADC7E3-C224-0C10-2B60-0BC3E89FA365}"/>
              </a:ext>
            </a:extLst>
          </p:cNvPr>
          <p:cNvCxnSpPr>
            <a:cxnSpLocks/>
          </p:cNvCxnSpPr>
          <p:nvPr/>
        </p:nvCxnSpPr>
        <p:spPr>
          <a:xfrm>
            <a:off x="54889" y="1903883"/>
            <a:ext cx="20380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92C684-EBD9-344C-6847-B09A708FD018}"/>
              </a:ext>
            </a:extLst>
          </p:cNvPr>
          <p:cNvCxnSpPr>
            <a:cxnSpLocks/>
          </p:cNvCxnSpPr>
          <p:nvPr/>
        </p:nvCxnSpPr>
        <p:spPr>
          <a:xfrm>
            <a:off x="2384800" y="1903883"/>
            <a:ext cx="20380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68BA9F-401E-77E9-C493-1AE970F2CFA2}"/>
              </a:ext>
            </a:extLst>
          </p:cNvPr>
          <p:cNvCxnSpPr>
            <a:cxnSpLocks/>
          </p:cNvCxnSpPr>
          <p:nvPr/>
        </p:nvCxnSpPr>
        <p:spPr>
          <a:xfrm>
            <a:off x="4725044" y="1903883"/>
            <a:ext cx="20380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8E46AF-41C7-DEC3-931A-FCD94C727BCF}"/>
              </a:ext>
            </a:extLst>
          </p:cNvPr>
          <p:cNvCxnSpPr>
            <a:cxnSpLocks/>
          </p:cNvCxnSpPr>
          <p:nvPr/>
        </p:nvCxnSpPr>
        <p:spPr>
          <a:xfrm>
            <a:off x="7051083" y="1903883"/>
            <a:ext cx="20380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20DF3C-CAE3-DF58-D666-A1D9E044B2BA}"/>
              </a:ext>
            </a:extLst>
          </p:cNvPr>
          <p:cNvSpPr txBox="1"/>
          <p:nvPr/>
        </p:nvSpPr>
        <p:spPr>
          <a:xfrm>
            <a:off x="216976" y="2138766"/>
            <a:ext cx="1743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Covers all Meta platforms and services, ensuring clarity on where the policy applies.</a:t>
            </a:r>
            <a:endParaRPr lang="en-US" sz="1600" dirty="0">
              <a:latin typeface="Garamond" panose="02020404030301010803" pitchFamily="18" charset="0"/>
              <a:ea typeface="Maku" pitchFamily="2" charset="0"/>
              <a:cs typeface="Maku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78B8C-C07A-5EED-A1AB-C0D0891F46FF}"/>
              </a:ext>
            </a:extLst>
          </p:cNvPr>
          <p:cNvSpPr txBox="1"/>
          <p:nvPr/>
        </p:nvSpPr>
        <p:spPr>
          <a:xfrm>
            <a:off x="2579498" y="2138765"/>
            <a:ext cx="1743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Describes how user data is collected, processed, and shared across Meta’s ecosystem.</a:t>
            </a:r>
            <a:endParaRPr lang="en-US" sz="1600" dirty="0">
              <a:latin typeface="Garamond" panose="02020404030301010803" pitchFamily="18" charset="0"/>
              <a:ea typeface="Maku" pitchFamily="2" charset="0"/>
              <a:cs typeface="Maku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9D7736-2A79-AD65-6949-FCAB3B9C885E}"/>
              </a:ext>
            </a:extLst>
          </p:cNvPr>
          <p:cNvSpPr txBox="1"/>
          <p:nvPr/>
        </p:nvSpPr>
        <p:spPr>
          <a:xfrm>
            <a:off x="4872277" y="2138764"/>
            <a:ext cx="1743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Outlines how long data is stored and the safeguards for its security during retention.</a:t>
            </a:r>
            <a:endParaRPr lang="en-US" sz="1600" dirty="0">
              <a:latin typeface="Garamond" panose="02020404030301010803" pitchFamily="18" charset="0"/>
              <a:ea typeface="Maku" pitchFamily="2" charset="0"/>
              <a:cs typeface="Maku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EE2C19-7360-166E-0006-BA169BDBB682}"/>
              </a:ext>
            </a:extLst>
          </p:cNvPr>
          <p:cNvSpPr txBox="1"/>
          <p:nvPr/>
        </p:nvSpPr>
        <p:spPr>
          <a:xfrm>
            <a:off x="7169258" y="2138764"/>
            <a:ext cx="1743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Empowers users to access, manage, and delete their data through provided tools.</a:t>
            </a:r>
            <a:endParaRPr lang="en-US" sz="1600" dirty="0">
              <a:latin typeface="Garamond" panose="02020404030301010803" pitchFamily="18" charset="0"/>
              <a:ea typeface="Maku" pitchFamily="2" charset="0"/>
              <a:cs typeface="Maku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ff-page Connector 21">
            <a:extLst>
              <a:ext uri="{FF2B5EF4-FFF2-40B4-BE49-F238E27FC236}">
                <a16:creationId xmlns:a16="http://schemas.microsoft.com/office/drawing/2014/main" id="{3C746FC4-C481-A0E3-8C14-9742876185B5}"/>
              </a:ext>
            </a:extLst>
          </p:cNvPr>
          <p:cNvSpPr/>
          <p:nvPr/>
        </p:nvSpPr>
        <p:spPr>
          <a:xfrm>
            <a:off x="6325180" y="725474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81ACF66C-27D4-746C-2D44-8FCC954A3CA9}"/>
              </a:ext>
            </a:extLst>
          </p:cNvPr>
          <p:cNvSpPr/>
          <p:nvPr/>
        </p:nvSpPr>
        <p:spPr>
          <a:xfrm>
            <a:off x="3223973" y="747039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ff-page Connector 19">
            <a:extLst>
              <a:ext uri="{FF2B5EF4-FFF2-40B4-BE49-F238E27FC236}">
                <a16:creationId xmlns:a16="http://schemas.microsoft.com/office/drawing/2014/main" id="{1DDBD9E1-1DDF-7C61-FC06-C7CCB9668883}"/>
              </a:ext>
            </a:extLst>
          </p:cNvPr>
          <p:cNvSpPr/>
          <p:nvPr/>
        </p:nvSpPr>
        <p:spPr>
          <a:xfrm>
            <a:off x="141331" y="725474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/>
          <p:cNvSpPr txBox="1">
            <a:spLocks noGrp="1"/>
          </p:cNvSpPr>
          <p:nvPr>
            <p:ph type="title"/>
          </p:nvPr>
        </p:nvSpPr>
        <p:spPr>
          <a:xfrm>
            <a:off x="180803" y="-3047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Policy Coverage</a:t>
            </a:r>
            <a:endParaRPr dirty="0"/>
          </a:p>
        </p:txBody>
      </p:sp>
      <p:sp>
        <p:nvSpPr>
          <p:cNvPr id="1175" name="Google Shape;1175;p50"/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50"/>
          <p:cNvSpPr/>
          <p:nvPr/>
        </p:nvSpPr>
        <p:spPr>
          <a:xfrm>
            <a:off x="7996175" y="3359550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721D-B63E-74B8-A4B1-A4C3C5F9476C}"/>
              </a:ext>
            </a:extLst>
          </p:cNvPr>
          <p:cNvSpPr txBox="1"/>
          <p:nvPr/>
        </p:nvSpPr>
        <p:spPr>
          <a:xfrm>
            <a:off x="197975" y="990128"/>
            <a:ext cx="23729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Platforms:</a:t>
            </a:r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Messenger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Instagram (including Boomerang and Threads)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DE87F-FA1F-87FE-B423-4330D50B2C36}"/>
              </a:ext>
            </a:extLst>
          </p:cNvPr>
          <p:cNvSpPr txBox="1"/>
          <p:nvPr/>
        </p:nvSpPr>
        <p:spPr>
          <a:xfrm>
            <a:off x="3215489" y="989592"/>
            <a:ext cx="25316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Products: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 Portal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Horizon Worlds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Quest </a:t>
            </a:r>
            <a:r>
              <a:rPr lang="en-US" b="0" i="1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(when using a Facebook or Meta account)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1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algn="l"/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5A396-434B-82F7-FE40-0AD331666615}"/>
              </a:ext>
            </a:extLst>
          </p:cNvPr>
          <p:cNvSpPr txBox="1"/>
          <p:nvPr/>
        </p:nvSpPr>
        <p:spPr>
          <a:xfrm>
            <a:off x="6381619" y="1056462"/>
            <a:ext cx="24565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Commerce and Business Tools:</a:t>
            </a:r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Shops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Business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1085787A-3EBF-5433-431B-F964D6CD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ff-page Connector 21">
            <a:extLst>
              <a:ext uri="{FF2B5EF4-FFF2-40B4-BE49-F238E27FC236}">
                <a16:creationId xmlns:a16="http://schemas.microsoft.com/office/drawing/2014/main" id="{29F29465-2118-D1EC-F3EB-AC965AA20845}"/>
              </a:ext>
            </a:extLst>
          </p:cNvPr>
          <p:cNvSpPr/>
          <p:nvPr/>
        </p:nvSpPr>
        <p:spPr>
          <a:xfrm>
            <a:off x="6325180" y="725474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C9690376-6F0D-8762-7F1D-E753145785CA}"/>
              </a:ext>
            </a:extLst>
          </p:cNvPr>
          <p:cNvSpPr/>
          <p:nvPr/>
        </p:nvSpPr>
        <p:spPr>
          <a:xfrm>
            <a:off x="3223973" y="747039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ff-page Connector 19">
            <a:extLst>
              <a:ext uri="{FF2B5EF4-FFF2-40B4-BE49-F238E27FC236}">
                <a16:creationId xmlns:a16="http://schemas.microsoft.com/office/drawing/2014/main" id="{8F84DA07-DE82-9CBB-6912-1C5934CF061F}"/>
              </a:ext>
            </a:extLst>
          </p:cNvPr>
          <p:cNvSpPr/>
          <p:nvPr/>
        </p:nvSpPr>
        <p:spPr>
          <a:xfrm>
            <a:off x="141331" y="725474"/>
            <a:ext cx="2456599" cy="2731876"/>
          </a:xfrm>
          <a:prstGeom prst="flowChartOffpage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433B15C9-4FE7-910A-BB98-FC239C387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803" y="-3047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Policy Coverage</a:t>
            </a: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6B2E0321-7217-796D-CA79-99B1F4FF604D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50">
            <a:extLst>
              <a:ext uri="{FF2B5EF4-FFF2-40B4-BE49-F238E27FC236}">
                <a16:creationId xmlns:a16="http://schemas.microsoft.com/office/drawing/2014/main" id="{696C7910-80AB-A7A9-F950-53AF1B919517}"/>
              </a:ext>
            </a:extLst>
          </p:cNvPr>
          <p:cNvSpPr/>
          <p:nvPr/>
        </p:nvSpPr>
        <p:spPr>
          <a:xfrm>
            <a:off x="7996175" y="3359550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1776B-8DCF-4462-3337-690EB86C565C}"/>
              </a:ext>
            </a:extLst>
          </p:cNvPr>
          <p:cNvSpPr txBox="1"/>
          <p:nvPr/>
        </p:nvSpPr>
        <p:spPr>
          <a:xfrm>
            <a:off x="197975" y="990128"/>
            <a:ext cx="23729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Advertising and Augmented Reality:</a:t>
            </a:r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Audience Network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Spark AR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70AC22-2273-BF40-4131-4069A5820ACD}"/>
              </a:ext>
            </a:extLst>
          </p:cNvPr>
          <p:cNvSpPr txBox="1"/>
          <p:nvPr/>
        </p:nvSpPr>
        <p:spPr>
          <a:xfrm>
            <a:off x="3215489" y="989592"/>
            <a:ext cx="253160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Services:</a:t>
            </a:r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Pay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Checkout Experiences</a:t>
            </a:r>
          </a:p>
          <a:p>
            <a:pPr marL="457200" lvl="1" algn="l"/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AF96B-E36F-428E-2DA9-9D5FDCAF2BEC}"/>
              </a:ext>
            </a:extLst>
          </p:cNvPr>
          <p:cNvSpPr txBox="1"/>
          <p:nvPr/>
        </p:nvSpPr>
        <p:spPr>
          <a:xfrm>
            <a:off x="6381619" y="1056462"/>
            <a:ext cx="2456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Other:</a:t>
            </a:r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 View</a:t>
            </a:r>
          </a:p>
          <a:p>
            <a:pPr algn="l"/>
            <a:endParaRPr lang="en-US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4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C6D44DCA-7332-2F37-6BA1-D01D4A2B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61A1E78-F313-B71A-B678-26A810868148}"/>
              </a:ext>
            </a:extLst>
          </p:cNvPr>
          <p:cNvSpPr/>
          <p:nvPr/>
        </p:nvSpPr>
        <p:spPr>
          <a:xfrm>
            <a:off x="4997413" y="876615"/>
            <a:ext cx="3634929" cy="304548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A95410-790E-9451-ED7C-96A1F548CA5E}"/>
              </a:ext>
            </a:extLst>
          </p:cNvPr>
          <p:cNvSpPr/>
          <p:nvPr/>
        </p:nvSpPr>
        <p:spPr>
          <a:xfrm>
            <a:off x="0" y="876615"/>
            <a:ext cx="3634929" cy="304548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114443E0-D929-9774-C545-D6A11F520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064" y="23705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What Meta Collects: Data at a Glance</a:t>
            </a:r>
            <a:endParaRPr lang="en-US"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9EE54577-045C-D25F-8A37-7F9585575EA5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47967-4D2E-6F77-1313-49A203907315}"/>
              </a:ext>
            </a:extLst>
          </p:cNvPr>
          <p:cNvSpPr txBox="1"/>
          <p:nvPr/>
        </p:nvSpPr>
        <p:spPr>
          <a:xfrm>
            <a:off x="202064" y="940463"/>
            <a:ext cx="31206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Activity and Information You Provide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Sign-Up Information: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Email, phone number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(required to create an account).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Posts, comments, photos, audio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(you may choose to provide).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Metrics: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spent, app interactions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may track this data).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Purchases, payments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(this data must be collected for processing).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Messaging Details: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Sent/received content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(data will include timestamps and metadata).</a:t>
            </a:r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0FBBE-A4F7-8008-5084-593C8E9B793A}"/>
              </a:ext>
            </a:extLst>
          </p:cNvPr>
          <p:cNvSpPr txBox="1"/>
          <p:nvPr/>
        </p:nvSpPr>
        <p:spPr>
          <a:xfrm>
            <a:off x="5063207" y="1041642"/>
            <a:ext cx="365945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Friends, Followers, and Connections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Data: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Tracks your interactions and their intensity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may monitor these patterns).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Details: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Names and contacts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(you may upload voluntarily).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Inferred Data: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Derived from your network’s activities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will analyze for recommendations).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Non-User Data: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Your information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still be collected from others (e.g., through contact uploads).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B11025-5547-BDA2-DEED-F48A1234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488" y="3251485"/>
            <a:ext cx="1935558" cy="188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13B5F4E0-BA4A-7370-EB47-4062CF3D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72C0EA-7BC1-837F-F5F2-DB0499312243}"/>
              </a:ext>
            </a:extLst>
          </p:cNvPr>
          <p:cNvSpPr/>
          <p:nvPr/>
        </p:nvSpPr>
        <p:spPr>
          <a:xfrm>
            <a:off x="4958418" y="859011"/>
            <a:ext cx="4116855" cy="31059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B2E969-F9A1-7D36-F784-EF1C6E650632}"/>
              </a:ext>
            </a:extLst>
          </p:cNvPr>
          <p:cNvSpPr/>
          <p:nvPr/>
        </p:nvSpPr>
        <p:spPr>
          <a:xfrm>
            <a:off x="-10327" y="859011"/>
            <a:ext cx="4116855" cy="31059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DA51E179-B60B-CB68-8DF6-01816887B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What Meta Collects: Data at a Glance</a:t>
            </a: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2C8FF762-A10F-F20B-B897-3E0812B486A4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8E764-20EE-4647-D0A1-D5642B05B1C3}"/>
              </a:ext>
            </a:extLst>
          </p:cNvPr>
          <p:cNvSpPr txBox="1"/>
          <p:nvPr/>
        </p:nvSpPr>
        <p:spPr>
          <a:xfrm>
            <a:off x="117075" y="935446"/>
            <a:ext cx="38620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App, Browser, and Device Information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Usage: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Type, model, and app activity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may record this).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GPS, Bluetooth signals, IP address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(even if Location Services is turned off, we can estimate your location).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Info: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ISP, time zone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(this data will be collected automatically).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Cookies: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IDs and settings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must use these for performance tracking).</a:t>
            </a:r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71CD3-113E-A060-B316-605B27C8D060}"/>
              </a:ext>
            </a:extLst>
          </p:cNvPr>
          <p:cNvSpPr txBox="1"/>
          <p:nvPr/>
        </p:nvSpPr>
        <p:spPr>
          <a:xfrm>
            <a:off x="5189825" y="1003459"/>
            <a:ext cx="39015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 Parties and Partners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 Data: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from partner apps and vendors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(this data will be shared based on agreements).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Matching: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Emails, cookies, device IDs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may use these for advertising purposes).</a:t>
            </a:r>
          </a:p>
          <a:p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Support: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Communications with partners </a:t>
            </a:r>
            <a:r>
              <a:rPr lang="en-US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(we must share specific data for business management).</a:t>
            </a:r>
            <a:endParaRPr lang="en-US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FC5BFC-00A7-16E0-A0DD-BED9CB21D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236" y="3262982"/>
            <a:ext cx="1935558" cy="188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8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52"/>
          <p:cNvSpPr/>
          <p:nvPr/>
        </p:nvSpPr>
        <p:spPr>
          <a:xfrm>
            <a:off x="330161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1" name="Google Shape;1261;p52"/>
          <p:cNvCxnSpPr>
            <a:cxnSpLocks/>
            <a:stCxn id="1262" idx="2"/>
            <a:endCxn id="1260" idx="6"/>
          </p:cNvCxnSpPr>
          <p:nvPr/>
        </p:nvCxnSpPr>
        <p:spPr>
          <a:xfrm rot="10800000">
            <a:off x="2843113" y="2807938"/>
            <a:ext cx="4686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2" name="Google Shape;1262;p52"/>
          <p:cNvSpPr/>
          <p:nvPr/>
        </p:nvSpPr>
        <p:spPr>
          <a:xfrm>
            <a:off x="3311713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3" name="Google Shape;1263;p52"/>
          <p:cNvCxnSpPr>
            <a:stCxn id="1264" idx="2"/>
            <a:endCxn id="1262" idx="6"/>
          </p:cNvCxnSpPr>
          <p:nvPr/>
        </p:nvCxnSpPr>
        <p:spPr>
          <a:xfrm rot="10800000">
            <a:off x="5824872" y="2807938"/>
            <a:ext cx="483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52"/>
          <p:cNvSpPr/>
          <p:nvPr/>
        </p:nvSpPr>
        <p:spPr>
          <a:xfrm>
            <a:off x="6308172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What Meta Collects: Data at a Glance</a:t>
            </a:r>
            <a:endParaRPr dirty="0"/>
          </a:p>
        </p:txBody>
      </p:sp>
      <p:sp>
        <p:nvSpPr>
          <p:cNvPr id="1266" name="Google Shape;1266;p52"/>
          <p:cNvSpPr txBox="1">
            <a:spLocks noGrp="1"/>
          </p:cNvSpPr>
          <p:nvPr>
            <p:ph type="subTitle" idx="1"/>
          </p:nvPr>
        </p:nvSpPr>
        <p:spPr>
          <a:xfrm>
            <a:off x="478251" y="2520185"/>
            <a:ext cx="2320006" cy="9791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You 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won’t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 able to create an account without basic details like an email or phone number.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Certain features, like seeing friends’ posts, 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won’t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 fully.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7" name="Google Shape;1267;p52"/>
          <p:cNvSpPr txBox="1">
            <a:spLocks noGrp="1"/>
          </p:cNvSpPr>
          <p:nvPr>
            <p:ph type="subTitle" idx="2"/>
          </p:nvPr>
        </p:nvSpPr>
        <p:spPr>
          <a:xfrm>
            <a:off x="3514089" y="2584104"/>
            <a:ext cx="2124000" cy="10825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De-identified or aggregated data is used 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re-identifying individuals.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ensures privacy while still enabling data analysis.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8" name="Google Shape;1268;p52"/>
          <p:cNvSpPr txBox="1">
            <a:spLocks noGrp="1"/>
          </p:cNvSpPr>
          <p:nvPr>
            <p:ph type="subTitle" idx="3"/>
          </p:nvPr>
        </p:nvSpPr>
        <p:spPr>
          <a:xfrm>
            <a:off x="258161" y="1922134"/>
            <a:ext cx="2723828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Not Allowing to collect specific information</a:t>
            </a:r>
            <a:endParaRPr sz="1400" dirty="0"/>
          </a:p>
        </p:txBody>
      </p:sp>
      <p:sp>
        <p:nvSpPr>
          <p:cNvPr id="1269" name="Google Shape;1269;p52"/>
          <p:cNvSpPr txBox="1">
            <a:spLocks noGrp="1"/>
          </p:cNvSpPr>
          <p:nvPr>
            <p:ph type="subTitle" idx="4"/>
          </p:nvPr>
        </p:nvSpPr>
        <p:spPr>
          <a:xfrm>
            <a:off x="3510201" y="1904926"/>
            <a:ext cx="2211963" cy="608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dirty="0">
                <a:effectLst/>
                <a:latin typeface="Fredoka One" panose="02000000000000000000" pitchFamily="2" charset="77"/>
              </a:rPr>
              <a:t>What if the data isn’t identifiable?</a:t>
            </a:r>
            <a:endParaRPr lang="en-US" sz="1400" dirty="0">
              <a:latin typeface="Fredoka One" panose="02000000000000000000" pitchFamily="2" charset="77"/>
            </a:endParaRPr>
          </a:p>
        </p:txBody>
      </p:sp>
      <p:sp>
        <p:nvSpPr>
          <p:cNvPr id="1270" name="Google Shape;1270;p52"/>
          <p:cNvSpPr txBox="1">
            <a:spLocks noGrp="1"/>
          </p:cNvSpPr>
          <p:nvPr>
            <p:ph type="subTitle" idx="5"/>
          </p:nvPr>
        </p:nvSpPr>
        <p:spPr>
          <a:xfrm>
            <a:off x="6544660" y="2585461"/>
            <a:ext cx="2124000" cy="812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-You 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share details like religious views or sexual orientation.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-These details have special protections under your 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laws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1" name="Google Shape;1271;p52"/>
          <p:cNvSpPr txBox="1">
            <a:spLocks noGrp="1"/>
          </p:cNvSpPr>
          <p:nvPr>
            <p:ph type="subTitle" idx="6"/>
          </p:nvPr>
        </p:nvSpPr>
        <p:spPr>
          <a:xfrm>
            <a:off x="6260719" y="1950760"/>
            <a:ext cx="2571581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effectLst/>
                <a:latin typeface="Fredoka One" panose="02000000000000000000" pitchFamily="2" charset="77"/>
              </a:rPr>
              <a:t>Information with special</a:t>
            </a:r>
          </a:p>
          <a:p>
            <a:r>
              <a:rPr lang="en-US" sz="1400" dirty="0">
                <a:effectLst/>
                <a:latin typeface="Fredoka One" panose="02000000000000000000" pitchFamily="2" charset="77"/>
              </a:rPr>
              <a:t>protections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0" name="Google Shape;1290;p52"/>
          <p:cNvSpPr/>
          <p:nvPr/>
        </p:nvSpPr>
        <p:spPr>
          <a:xfrm>
            <a:off x="794711" y="1231263"/>
            <a:ext cx="369900" cy="36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52"/>
          <p:cNvSpPr/>
          <p:nvPr/>
        </p:nvSpPr>
        <p:spPr>
          <a:xfrm>
            <a:off x="7931472" y="1309563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52"/>
          <p:cNvSpPr/>
          <p:nvPr/>
        </p:nvSpPr>
        <p:spPr>
          <a:xfrm>
            <a:off x="5521125" y="381676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52"/>
          <p:cNvSpPr/>
          <p:nvPr/>
        </p:nvSpPr>
        <p:spPr>
          <a:xfrm>
            <a:off x="5685275" y="3552638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52"/>
          <p:cNvSpPr/>
          <p:nvPr/>
        </p:nvSpPr>
        <p:spPr>
          <a:xfrm>
            <a:off x="1332361" y="136731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52"/>
          <p:cNvSpPr/>
          <p:nvPr/>
        </p:nvSpPr>
        <p:spPr>
          <a:xfrm>
            <a:off x="3751575" y="160116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6" name="Google Shape;1296;p52"/>
          <p:cNvGrpSpPr/>
          <p:nvPr/>
        </p:nvGrpSpPr>
        <p:grpSpPr>
          <a:xfrm flipH="1">
            <a:off x="478251" y="4069594"/>
            <a:ext cx="557414" cy="1071157"/>
            <a:chOff x="4002401" y="6360650"/>
            <a:chExt cx="930575" cy="1788241"/>
          </a:xfrm>
        </p:grpSpPr>
        <p:sp>
          <p:nvSpPr>
            <p:cNvPr id="1297" name="Google Shape;1297;p52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2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2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2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2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2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2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4" name="Google Shape;1304;p52"/>
          <p:cNvGrpSpPr/>
          <p:nvPr/>
        </p:nvGrpSpPr>
        <p:grpSpPr>
          <a:xfrm>
            <a:off x="8124138" y="4278168"/>
            <a:ext cx="668104" cy="895218"/>
            <a:chOff x="122038" y="7256930"/>
            <a:chExt cx="668104" cy="895218"/>
          </a:xfrm>
        </p:grpSpPr>
        <p:sp>
          <p:nvSpPr>
            <p:cNvPr id="1305" name="Google Shape;1305;p52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2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2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2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2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2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607E983E-9455-39E7-F93D-C092555A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07B25414-D544-C6A5-08C3-CA26BC26B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How Your Data is Shared and Protected</a:t>
            </a:r>
            <a:endParaRPr lang="en-US"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F4C1DBBB-04D8-B623-8479-393F885A8B92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1B0F0-F042-CFF4-7880-149BD2F05BA3}"/>
              </a:ext>
            </a:extLst>
          </p:cNvPr>
          <p:cNvSpPr txBox="1"/>
          <p:nvPr/>
        </p:nvSpPr>
        <p:spPr>
          <a:xfrm>
            <a:off x="-59355" y="1414003"/>
            <a:ext cx="79148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Over Shared Content:</a:t>
            </a:r>
            <a:endParaRPr lang="en-US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users can choose the audience for: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Posts, photos, or articles shared.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activity visibility, such as Story Views and Shop Content.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status visibility.</a:t>
            </a:r>
          </a:p>
          <a:p>
            <a:pPr marL="914400" lvl="2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Others Can Share Your Content: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Resharing: Shared posts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further shared by others.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Visibility of Interactions: Comments and reactions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visible to anyone </a:t>
            </a:r>
          </a:p>
          <a:p>
            <a:pPr marL="457200" lvl="1"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can access the original content.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Tags and Mentions: Others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tag or include you in posts, photos, or videos.</a:t>
            </a:r>
          </a:p>
          <a:p>
            <a:pPr marL="457200" lvl="1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Content Visibility: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information is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public (e.g., name, profile details).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visible on and off Meta Products, potentially appearing in public forums or search results.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8E5A886-A5D0-0FE6-2FB4-AD8C1783132C}"/>
              </a:ext>
            </a:extLst>
          </p:cNvPr>
          <p:cNvSpPr/>
          <p:nvPr/>
        </p:nvSpPr>
        <p:spPr>
          <a:xfrm>
            <a:off x="32085" y="697302"/>
            <a:ext cx="3469565" cy="528221"/>
          </a:xfrm>
          <a:prstGeom prst="flowChartAlternateProcess">
            <a:avLst/>
          </a:prstGeom>
          <a:solidFill>
            <a:schemeClr val="accent3">
              <a:alpha val="626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i="0" u="none" strike="noStrike" dirty="0">
                <a:solidFill>
                  <a:schemeClr val="tx2">
                    <a:lumMod val="10000"/>
                  </a:schemeClr>
                </a:solidFill>
                <a:effectLst/>
                <a:latin typeface="Garamond" panose="02020404030301010803" pitchFamily="18" charset="0"/>
                <a:cs typeface="Times New Roman" panose="02020603050405020304" pitchFamily="18" charset="0"/>
              </a:rPr>
              <a:t>On Meta Products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656E4C-7CAF-50E9-DB18-EC8F53689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655" y="1223937"/>
            <a:ext cx="1188720" cy="39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5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B07AB211-9375-E0AF-17BE-5ACE46F1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0A149E-FB6A-9EF4-C60D-F4F2614641DE}"/>
              </a:ext>
            </a:extLst>
          </p:cNvPr>
          <p:cNvSpPr/>
          <p:nvPr/>
        </p:nvSpPr>
        <p:spPr>
          <a:xfrm>
            <a:off x="1571105" y="775012"/>
            <a:ext cx="5877099" cy="5383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1A37616B-9DE4-1223-CDB0-CEA878B04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21493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Collaborating Safely: Sharing with Partners</a:t>
            </a:r>
            <a:endParaRPr lang="en-US"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183A6B1-4975-5012-4FB9-125E7B1278D8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83AB3-CFFA-A60A-A50E-C635DA2EBE67}"/>
              </a:ext>
            </a:extLst>
          </p:cNvPr>
          <p:cNvSpPr txBox="1"/>
          <p:nvPr/>
        </p:nvSpPr>
        <p:spPr>
          <a:xfrm>
            <a:off x="120912" y="775012"/>
            <a:ext cx="882846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"We don't sell any of your information to anyone, and we never will."</a:t>
            </a:r>
          </a:p>
          <a:p>
            <a:pPr algn="ctr"/>
            <a:r>
              <a:rPr lang="en-US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Partners must follow rules on how they use and disclose shared information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Advertisers and Audience Network Publishers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shared: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 interactions, demographics, and 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don’t share: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Contact details like your name or email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unless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you give permission.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Partners Using Analytics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shared: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Interaction counts, demographics, and how users engage with partner services.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Partners Offering Goods or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shared: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needed to complete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details like device info.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information required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 regulations or explicitly shared by you.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4A368F14-A7AF-4D0C-2964-F4F588CB123A}"/>
              </a:ext>
            </a:extLst>
          </p:cNvPr>
          <p:cNvSpPr/>
          <p:nvPr/>
        </p:nvSpPr>
        <p:spPr>
          <a:xfrm>
            <a:off x="7006" y="1670858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F27F7341-ECC0-480C-E50F-4825B9223CA6}"/>
              </a:ext>
            </a:extLst>
          </p:cNvPr>
          <p:cNvSpPr/>
          <p:nvPr/>
        </p:nvSpPr>
        <p:spPr>
          <a:xfrm>
            <a:off x="7966" y="2571750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hevron 12">
            <a:extLst>
              <a:ext uri="{FF2B5EF4-FFF2-40B4-BE49-F238E27FC236}">
                <a16:creationId xmlns:a16="http://schemas.microsoft.com/office/drawing/2014/main" id="{3C2F41A8-95F2-A096-29B1-806515849764}"/>
              </a:ext>
            </a:extLst>
          </p:cNvPr>
          <p:cNvSpPr/>
          <p:nvPr/>
        </p:nvSpPr>
        <p:spPr>
          <a:xfrm>
            <a:off x="2328" y="3261109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79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EF6314FE-A604-2519-2C65-5779B447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8CEB15EB-6D99-18D1-0E77-90C44FBB0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Collaborating Safely: Sharing with Partners</a:t>
            </a:r>
            <a:endParaRPr lang="en-US"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761D0F9D-053E-3459-5F1F-F22AD600CD1A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E306A-5270-75A5-E005-4CD2497E5EA5}"/>
              </a:ext>
            </a:extLst>
          </p:cNvPr>
          <p:cNvSpPr txBox="1"/>
          <p:nvPr/>
        </p:nvSpPr>
        <p:spPr>
          <a:xfrm>
            <a:off x="222932" y="760769"/>
            <a:ext cx="857722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Measurement Vendors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data, including ad views and interactions,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shared for analytics.</a:t>
            </a:r>
          </a:p>
          <a:p>
            <a:pPr algn="just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Marketing Vendors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identifiers or other unique data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shared to optimize ad performance.</a:t>
            </a:r>
          </a:p>
          <a:p>
            <a:pPr algn="just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exact types of information shared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not specified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they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follow Meta’s guidelines.</a:t>
            </a:r>
          </a:p>
          <a:p>
            <a:pPr algn="just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 Parties – External Researchers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shared with researchers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specify the exact types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align with Meta's data policies.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manage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sharing through privacy tools.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Third Parties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shared: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response to legal requests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to comply with laws.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harm and improve safety.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data shared is not always disclosed.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hevron 1">
            <a:extLst>
              <a:ext uri="{FF2B5EF4-FFF2-40B4-BE49-F238E27FC236}">
                <a16:creationId xmlns:a16="http://schemas.microsoft.com/office/drawing/2014/main" id="{332F1E67-2C07-B895-B7E2-340A7A0DA56F}"/>
              </a:ext>
            </a:extLst>
          </p:cNvPr>
          <p:cNvSpPr/>
          <p:nvPr/>
        </p:nvSpPr>
        <p:spPr>
          <a:xfrm>
            <a:off x="108065" y="906087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E3E63B75-3B5F-15B3-19A6-F111366418AA}"/>
              </a:ext>
            </a:extLst>
          </p:cNvPr>
          <p:cNvSpPr/>
          <p:nvPr/>
        </p:nvSpPr>
        <p:spPr>
          <a:xfrm>
            <a:off x="108064" y="1548938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75CED447-1D54-E16F-260D-19EE836AC9B2}"/>
              </a:ext>
            </a:extLst>
          </p:cNvPr>
          <p:cNvSpPr/>
          <p:nvPr/>
        </p:nvSpPr>
        <p:spPr>
          <a:xfrm>
            <a:off x="108064" y="2191789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9C99603C-8E0D-9C8A-FD2A-BDE64F4B5581}"/>
              </a:ext>
            </a:extLst>
          </p:cNvPr>
          <p:cNvSpPr/>
          <p:nvPr/>
        </p:nvSpPr>
        <p:spPr>
          <a:xfrm>
            <a:off x="108063" y="2899816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77AA16CF-9215-70F5-9348-231EEF887744}"/>
              </a:ext>
            </a:extLst>
          </p:cNvPr>
          <p:cNvSpPr/>
          <p:nvPr/>
        </p:nvSpPr>
        <p:spPr>
          <a:xfrm>
            <a:off x="108062" y="3824679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5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585C752B-F262-3475-415C-2B63B4C5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8CEF0E50-11E9-91AA-DE35-A249719A1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669" y="-228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Global Transfers: Securing Your Information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656406E1-CAAA-4DBE-5DB1-22FA5346AC5D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E716D-4B83-2600-5369-9D9C0689E085}"/>
              </a:ext>
            </a:extLst>
          </p:cNvPr>
          <p:cNvSpPr txBox="1"/>
          <p:nvPr/>
        </p:nvSpPr>
        <p:spPr>
          <a:xfrm>
            <a:off x="90625" y="570418"/>
            <a:ext cx="877370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Frameworks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EU-U.S. Data Privacy Framework (DPF):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safe data transfers between the EU, UK, Switzerland, and the U.S.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comply with EU, UK, and Swiss laws.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required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self-certify adherence and publicly commit to these principles.</a:t>
            </a:r>
          </a:p>
          <a:p>
            <a:pPr marL="457200" lvl="1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Reasons for Global Data Transfers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operate and improve services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stated in Meta’s terms.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fix, analyze, and enhance products.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Safeguards for Information Transfers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Mechanisms for Protection: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contractual clauses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adequacy determinations by authorities.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ensure safety during transfers over public networks.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Reliance on laws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ensuring equivalent protections for data transferred to the U.S. and other regions.</a:t>
            </a:r>
          </a:p>
          <a:p>
            <a:pPr algn="l"/>
            <a:endParaRPr lang="en-US" b="1" dirty="0"/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organizations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 self-certify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adherence to the Data Privacy Framework.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efforts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 align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EU, UK, and Swiss privacy standards.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8194" name="Picture 2" descr="Global Collaboration Platform Vectors &amp; Illustrations for Free Download |  Freepik">
            <a:extLst>
              <a:ext uri="{FF2B5EF4-FFF2-40B4-BE49-F238E27FC236}">
                <a16:creationId xmlns:a16="http://schemas.microsoft.com/office/drawing/2014/main" id="{948D85C4-F7B9-9200-578D-40B44B61E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051" y="1795549"/>
            <a:ext cx="2226949" cy="177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hevron 1">
            <a:extLst>
              <a:ext uri="{FF2B5EF4-FFF2-40B4-BE49-F238E27FC236}">
                <a16:creationId xmlns:a16="http://schemas.microsoft.com/office/drawing/2014/main" id="{7EF03016-7689-6F11-8925-2500158BCF3F}"/>
              </a:ext>
            </a:extLst>
          </p:cNvPr>
          <p:cNvSpPr/>
          <p:nvPr/>
        </p:nvSpPr>
        <p:spPr>
          <a:xfrm>
            <a:off x="33191" y="648393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hevron 2">
            <a:extLst>
              <a:ext uri="{FF2B5EF4-FFF2-40B4-BE49-F238E27FC236}">
                <a16:creationId xmlns:a16="http://schemas.microsoft.com/office/drawing/2014/main" id="{4DC3EE4D-91F8-D92A-C950-E8575594E6EA}"/>
              </a:ext>
            </a:extLst>
          </p:cNvPr>
          <p:cNvSpPr/>
          <p:nvPr/>
        </p:nvSpPr>
        <p:spPr>
          <a:xfrm>
            <a:off x="6682" y="1970116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22BBB3FB-8846-B74D-35B5-BADFA4CCA0F4}"/>
              </a:ext>
            </a:extLst>
          </p:cNvPr>
          <p:cNvSpPr/>
          <p:nvPr/>
        </p:nvSpPr>
        <p:spPr>
          <a:xfrm>
            <a:off x="6682" y="2894131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73F235B8-EE46-962E-6F90-0CD17F1906C5}"/>
              </a:ext>
            </a:extLst>
          </p:cNvPr>
          <p:cNvSpPr/>
          <p:nvPr/>
        </p:nvSpPr>
        <p:spPr>
          <a:xfrm>
            <a:off x="23307" y="4248886"/>
            <a:ext cx="114867" cy="27432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906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A2689BA4-11AB-556A-7773-D7B8BCA7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8A7F833B-FA17-6F4E-49AE-D1F8B3FFD5E0}"/>
              </a:ext>
            </a:extLst>
          </p:cNvPr>
          <p:cNvSpPr/>
          <p:nvPr/>
        </p:nvSpPr>
        <p:spPr>
          <a:xfrm>
            <a:off x="4697098" y="2716003"/>
            <a:ext cx="2915500" cy="404041"/>
          </a:xfrm>
          <a:prstGeom prst="round1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Communicate</a:t>
            </a: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37CEEC42-0205-7B39-7B06-B30A21D2B462}"/>
              </a:ext>
            </a:extLst>
          </p:cNvPr>
          <p:cNvSpPr/>
          <p:nvPr/>
        </p:nvSpPr>
        <p:spPr>
          <a:xfrm>
            <a:off x="43597" y="2651760"/>
            <a:ext cx="4270707" cy="468284"/>
          </a:xfrm>
          <a:prstGeom prst="round1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B82FCE1F-25B1-9B7F-0392-0EC07C17B3F5}"/>
              </a:ext>
            </a:extLst>
          </p:cNvPr>
          <p:cNvSpPr/>
          <p:nvPr/>
        </p:nvSpPr>
        <p:spPr>
          <a:xfrm>
            <a:off x="4697098" y="859011"/>
            <a:ext cx="4133691" cy="688623"/>
          </a:xfrm>
          <a:prstGeom prst="round1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Provide Measurement, Analytics, and Business Services</a:t>
            </a:r>
          </a:p>
          <a:p>
            <a:pPr algn="ctr"/>
            <a:endParaRPr lang="en-US" dirty="0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648C2D00-C3D0-0CAC-D1AF-1B0ABADBF81D}"/>
              </a:ext>
            </a:extLst>
          </p:cNvPr>
          <p:cNvSpPr/>
          <p:nvPr/>
        </p:nvSpPr>
        <p:spPr>
          <a:xfrm>
            <a:off x="43598" y="874171"/>
            <a:ext cx="3938198" cy="572700"/>
          </a:xfrm>
          <a:prstGeom prst="round1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D830AFF6-608E-6E80-53B8-2CEFEBC47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98" y="50531"/>
            <a:ext cx="9192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Why Meta Uses Your Data: Insights and Innovations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6313BB8F-856F-9744-EB34-D01EF3F8C2D0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8CC98-ADAF-78CF-EC71-87759A2D9F7D}"/>
              </a:ext>
            </a:extLst>
          </p:cNvPr>
          <p:cNvSpPr txBox="1"/>
          <p:nvPr/>
        </p:nvSpPr>
        <p:spPr>
          <a:xfrm>
            <a:off x="0" y="874171"/>
            <a:ext cx="4383075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Provide, Personalize, and Improve Products</a:t>
            </a:r>
            <a:endParaRPr lang="en-US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personalize features, content, and recommendations.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 data for ads and to develop, research, and test products.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aim to improve Meta Products.</a:t>
            </a:r>
          </a:p>
          <a:p>
            <a:pPr algn="l"/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Promote Safety, Security, and Integrity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monitor for compliance and suspicious activity.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health, ensure security, and prevent threats.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biases, combat spam, and maintain integrity.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895FC-708A-766F-DC3B-B0F76FBF78A7}"/>
              </a:ext>
            </a:extLst>
          </p:cNvPr>
          <p:cNvSpPr txBox="1"/>
          <p:nvPr/>
        </p:nvSpPr>
        <p:spPr>
          <a:xfrm>
            <a:off x="4697099" y="1551279"/>
            <a:ext cx="46207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engagement levels and user demographics.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analyze how users interact with partner content.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Tailored Ads and Off-Facebook Activity: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use off-Facebook activity to deliver personalized ads matching user preferences.</a:t>
            </a:r>
            <a:br>
              <a:rPr lang="en-US" dirty="0"/>
            </a:b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 updates and marketing messages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preferences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 customer support and seek input on products.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581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0B5E475A-EAB4-782E-CE21-EF88B1C7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64D19CF-99AF-79F0-D3C5-4FCB9F9299CE}"/>
              </a:ext>
            </a:extLst>
          </p:cNvPr>
          <p:cNvSpPr/>
          <p:nvPr/>
        </p:nvSpPr>
        <p:spPr>
          <a:xfrm>
            <a:off x="134051" y="3784631"/>
            <a:ext cx="4285584" cy="3365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83309A-09E8-07C7-1AE2-833699305DEA}"/>
              </a:ext>
            </a:extLst>
          </p:cNvPr>
          <p:cNvSpPr/>
          <p:nvPr/>
        </p:nvSpPr>
        <p:spPr>
          <a:xfrm>
            <a:off x="112745" y="2498906"/>
            <a:ext cx="2625774" cy="3365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AA6A5E-3E2E-3EAE-E8ED-89E4154E4A36}"/>
              </a:ext>
            </a:extLst>
          </p:cNvPr>
          <p:cNvSpPr/>
          <p:nvPr/>
        </p:nvSpPr>
        <p:spPr>
          <a:xfrm>
            <a:off x="134051" y="1366426"/>
            <a:ext cx="2625774" cy="3365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7D3F1BB6-D564-2587-11B6-3D238D912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1055"/>
            <a:ext cx="91346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Why Meta Uses Your Data: Insights and Innovations</a:t>
            </a: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11EF82A-6917-DE17-86FD-6AEBC3C590B2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45FE1-83E8-A7A2-9699-574C44DE15D6}"/>
              </a:ext>
            </a:extLst>
          </p:cNvPr>
          <p:cNvSpPr txBox="1"/>
          <p:nvPr/>
        </p:nvSpPr>
        <p:spPr>
          <a:xfrm>
            <a:off x="134051" y="1364853"/>
            <a:ext cx="73058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Advanced-Data Practices</a:t>
            </a:r>
          </a:p>
          <a:p>
            <a:pPr marL="914400" lvl="2" algn="l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lvl="3" indent="-228600" algn="l">
              <a:buFont typeface="Arial" panose="020B0604020202020204" pitchFamily="34" charset="0"/>
              <a:buChar char="•"/>
            </a:pPr>
            <a:endParaRPr lang="en-US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046D6-8A48-F6AD-7ACA-DC6E84BDEEB6}"/>
              </a:ext>
            </a:extLst>
          </p:cNvPr>
          <p:cNvSpPr txBox="1"/>
          <p:nvPr/>
        </p:nvSpPr>
        <p:spPr>
          <a:xfrm>
            <a:off x="112745" y="2501583"/>
            <a:ext cx="82805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Tailored Ads</a:t>
            </a:r>
          </a:p>
          <a:p>
            <a:pPr marL="1600200" lvl="3" indent="-228600"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used to personalize ads, including off-Facebook activity.</a:t>
            </a:r>
          </a:p>
          <a:p>
            <a:pPr marL="1600200" lvl="3" indent="-228600"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managing tailored ad preferences.</a:t>
            </a:r>
          </a:p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2A7BF-2EEB-D114-DE46-203DDAEA7E0D}"/>
              </a:ext>
            </a:extLst>
          </p:cNvPr>
          <p:cNvSpPr txBox="1"/>
          <p:nvPr/>
        </p:nvSpPr>
        <p:spPr>
          <a:xfrm>
            <a:off x="152367" y="37663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Research and Innovate for Social Good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AED30-D9CE-2E39-21BD-42762F8FBE97}"/>
              </a:ext>
            </a:extLst>
          </p:cNvPr>
          <p:cNvSpPr txBox="1"/>
          <p:nvPr/>
        </p:nvSpPr>
        <p:spPr>
          <a:xfrm>
            <a:off x="1425632" y="428146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public welfare, advance tech, and promote safety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464CD-7F1C-5AB1-A45B-9212D09B7640}"/>
              </a:ext>
            </a:extLst>
          </p:cNvPr>
          <p:cNvSpPr txBox="1"/>
          <p:nvPr/>
        </p:nvSpPr>
        <p:spPr>
          <a:xfrm>
            <a:off x="634451" y="1774606"/>
            <a:ext cx="6389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user data is used to train AI models like Llama 2.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 regional opt-out options for AI training data.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86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9DB00DE5-BA06-2F31-BD38-58FA703C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4936531C-BEAC-A5CE-4F11-AB9107F2F2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Beyond Users: Managing External Data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DF9F9CC2-1218-84AC-D508-B4FE57319129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178FC-00D7-FCEE-8DA1-29C7B2E4D93F}"/>
              </a:ext>
            </a:extLst>
          </p:cNvPr>
          <p:cNvSpPr txBox="1"/>
          <p:nvPr/>
        </p:nvSpPr>
        <p:spPr>
          <a:xfrm>
            <a:off x="428775" y="911174"/>
            <a:ext cx="82164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Matching: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Books (Process names, phone numbers, and emails to suggest friends).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Connectivity: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 new users as potential connections.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monitor and investigate suspicious activity.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 analytical processes to ensure security.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Non-User Data Sharing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share collected data with other Meta Companies to improve functionality.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Non-User Data Retention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Retained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long as necessary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operations.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kept longer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legal, regulatory, or safety purposes.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294E07-323C-6080-7D67-B2805F85C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423" y="1601354"/>
            <a:ext cx="2548577" cy="165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22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70"/>
          <p:cNvSpPr/>
          <p:nvPr/>
        </p:nvSpPr>
        <p:spPr>
          <a:xfrm>
            <a:off x="652538" y="1000050"/>
            <a:ext cx="3143100" cy="3143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70"/>
          <p:cNvSpPr txBox="1">
            <a:spLocks noGrp="1"/>
          </p:cNvSpPr>
          <p:nvPr>
            <p:ph type="title"/>
          </p:nvPr>
        </p:nvSpPr>
        <p:spPr>
          <a:xfrm>
            <a:off x="868633" y="1766141"/>
            <a:ext cx="2932125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Privacy RIGHTS under US privacy Laws</a:t>
            </a:r>
          </a:p>
        </p:txBody>
      </p:sp>
      <p:sp>
        <p:nvSpPr>
          <p:cNvPr id="2460" name="Google Shape;2460;p70"/>
          <p:cNvSpPr txBox="1">
            <a:spLocks noGrp="1"/>
          </p:cNvSpPr>
          <p:nvPr>
            <p:ph type="subTitle" idx="1"/>
          </p:nvPr>
        </p:nvSpPr>
        <p:spPr>
          <a:xfrm>
            <a:off x="4800865" y="1636581"/>
            <a:ext cx="403442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to Request Deletion.   </a:t>
            </a:r>
          </a:p>
          <a:p>
            <a:r>
              <a:rPr lang="en-US" sz="9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 dirty="0">
                <a:solidFill>
                  <a:srgbClr val="FFFFFF"/>
                </a:solidFill>
                <a:effectLst/>
                <a:latin typeface="Helvetica" pitchFamily="2" charset="0"/>
              </a:rPr>
              <a:t>Didn’t mention the obligation to notify third</a:t>
            </a:r>
          </a:p>
          <a:p>
            <a:r>
              <a:rPr lang="en-US" sz="900" dirty="0">
                <a:solidFill>
                  <a:srgbClr val="FFFFFF"/>
                </a:solidFill>
                <a:effectLst/>
                <a:latin typeface="Helvetica" pitchFamily="2" charset="0"/>
              </a:rPr>
              <a:t>parties for deletion requests)</a:t>
            </a:r>
            <a:endParaRPr lang="en-US" sz="100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1" name="Google Shape;2461;p70"/>
          <p:cNvSpPr txBox="1">
            <a:spLocks noGrp="1"/>
          </p:cNvSpPr>
          <p:nvPr>
            <p:ph type="subTitle" idx="2"/>
          </p:nvPr>
        </p:nvSpPr>
        <p:spPr>
          <a:xfrm>
            <a:off x="4910660" y="1130492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to Request Correction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2" name="Google Shape;2462;p70"/>
          <p:cNvSpPr txBox="1">
            <a:spLocks noGrp="1"/>
          </p:cNvSpPr>
          <p:nvPr>
            <p:ph type="subTitle" idx="3"/>
          </p:nvPr>
        </p:nvSpPr>
        <p:spPr>
          <a:xfrm>
            <a:off x="4910660" y="623506"/>
            <a:ext cx="23646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to Know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3" name="Google Shape;2463;p70"/>
          <p:cNvSpPr txBox="1">
            <a:spLocks noGrp="1"/>
          </p:cNvSpPr>
          <p:nvPr>
            <p:ph type="subTitle" idx="4"/>
          </p:nvPr>
        </p:nvSpPr>
        <p:spPr>
          <a:xfrm>
            <a:off x="4800865" y="2375492"/>
            <a:ext cx="3474502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to Opt Out of Targeted Advertising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0" name="Google Shape;2490;p70"/>
          <p:cNvSpPr/>
          <p:nvPr/>
        </p:nvSpPr>
        <p:spPr>
          <a:xfrm>
            <a:off x="3182999" y="800850"/>
            <a:ext cx="379500" cy="37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1" name="Google Shape;2491;p70"/>
          <p:cNvSpPr/>
          <p:nvPr/>
        </p:nvSpPr>
        <p:spPr>
          <a:xfrm>
            <a:off x="804949" y="3878494"/>
            <a:ext cx="223800" cy="22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A711B-3814-8392-A680-92EE1116A7CE}"/>
              </a:ext>
            </a:extLst>
          </p:cNvPr>
          <p:cNvSpPr txBox="1"/>
          <p:nvPr/>
        </p:nvSpPr>
        <p:spPr>
          <a:xfrm>
            <a:off x="4905540" y="2980403"/>
            <a:ext cx="236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to Non-Discrimination</a:t>
            </a:r>
          </a:p>
          <a:p>
            <a:endParaRPr lang="en-US" dirty="0"/>
          </a:p>
        </p:txBody>
      </p:sp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36AE72F8-029D-BA0A-7F77-2D967C2EB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873" y="589833"/>
            <a:ext cx="515295" cy="515295"/>
          </a:xfrm>
          <a:prstGeom prst="rect">
            <a:avLst/>
          </a:prstGeom>
        </p:spPr>
      </p:pic>
      <p:pic>
        <p:nvPicPr>
          <p:cNvPr id="5" name="Graphic 4" descr="Caret Right with solid fill">
            <a:extLst>
              <a:ext uri="{FF2B5EF4-FFF2-40B4-BE49-F238E27FC236}">
                <a16:creationId xmlns:a16="http://schemas.microsoft.com/office/drawing/2014/main" id="{C46AD6DE-CA33-B648-E296-D80F2C915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873" y="1090329"/>
            <a:ext cx="515295" cy="515295"/>
          </a:xfrm>
          <a:prstGeom prst="rect">
            <a:avLst/>
          </a:prstGeom>
        </p:spPr>
      </p:pic>
      <p:pic>
        <p:nvPicPr>
          <p:cNvPr id="6" name="Graphic 5" descr="Caret Right with solid fill">
            <a:extLst>
              <a:ext uri="{FF2B5EF4-FFF2-40B4-BE49-F238E27FC236}">
                <a16:creationId xmlns:a16="http://schemas.microsoft.com/office/drawing/2014/main" id="{2FA1A420-9926-0E68-EB9B-DA136E596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872" y="1717685"/>
            <a:ext cx="515295" cy="515295"/>
          </a:xfrm>
          <a:prstGeom prst="rect">
            <a:avLst/>
          </a:prstGeom>
        </p:spPr>
      </p:pic>
      <p:pic>
        <p:nvPicPr>
          <p:cNvPr id="7" name="Graphic 6" descr="Caret Right with solid fill">
            <a:extLst>
              <a:ext uri="{FF2B5EF4-FFF2-40B4-BE49-F238E27FC236}">
                <a16:creationId xmlns:a16="http://schemas.microsoft.com/office/drawing/2014/main" id="{D87CC76A-A20D-1C7D-0B47-A95E17B58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9577" y="2354665"/>
            <a:ext cx="515295" cy="515295"/>
          </a:xfrm>
          <a:prstGeom prst="rect">
            <a:avLst/>
          </a:prstGeom>
        </p:spPr>
      </p:pic>
      <p:pic>
        <p:nvPicPr>
          <p:cNvPr id="8" name="Graphic 7" descr="Caret Right with solid fill">
            <a:extLst>
              <a:ext uri="{FF2B5EF4-FFF2-40B4-BE49-F238E27FC236}">
                <a16:creationId xmlns:a16="http://schemas.microsoft.com/office/drawing/2014/main" id="{17932308-EF3F-E6ED-0CE2-631CA3674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7249" y="2857395"/>
            <a:ext cx="515295" cy="5152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CB6731-7757-E383-0362-3615A76DA137}"/>
              </a:ext>
            </a:extLst>
          </p:cNvPr>
          <p:cNvSpPr txBox="1"/>
          <p:nvPr/>
        </p:nvSpPr>
        <p:spPr>
          <a:xfrm>
            <a:off x="4753368" y="3878779"/>
            <a:ext cx="42319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Didn’t mention the new right to limit the use</a:t>
            </a:r>
          </a:p>
          <a:p>
            <a:r>
              <a:rPr lang="en-US" sz="1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disclosure of sensitive personal</a:t>
            </a:r>
          </a:p>
          <a:p>
            <a:r>
              <a:rPr lang="en-US" sz="1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information, or the Right to Opt-Out of</a:t>
            </a:r>
          </a:p>
          <a:p>
            <a:r>
              <a:rPr lang="en-US" sz="1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Decision-Making Technology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9C9EA7B7-C456-B9E8-D0F1-7FDB4FFF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CB1684-65B3-09FE-4201-B547A0EC04B1}"/>
              </a:ext>
            </a:extLst>
          </p:cNvPr>
          <p:cNvSpPr/>
          <p:nvPr/>
        </p:nvSpPr>
        <p:spPr>
          <a:xfrm>
            <a:off x="1426329" y="489679"/>
            <a:ext cx="5581300" cy="47459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4C8555EB-8AA8-8971-1927-9C866FB4F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6587" y="0"/>
            <a:ext cx="91452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Where Your Data Lives: Retention and Compliance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432E1873-8CA3-4D32-BCA9-CD311EC55797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BCBB8-36EA-FC06-84F8-18C932847EED}"/>
              </a:ext>
            </a:extLst>
          </p:cNvPr>
          <p:cNvSpPr txBox="1"/>
          <p:nvPr/>
        </p:nvSpPr>
        <p:spPr>
          <a:xfrm>
            <a:off x="1551020" y="489679"/>
            <a:ext cx="573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"We will keep information for as long as we need it"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5F21E-5C79-5F44-69C2-11CC2CE0CC49}"/>
              </a:ext>
            </a:extLst>
          </p:cNvPr>
          <p:cNvSpPr txBox="1"/>
          <p:nvPr/>
        </p:nvSpPr>
        <p:spPr>
          <a:xfrm>
            <a:off x="294724" y="1062379"/>
            <a:ext cx="838259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products, comply with legal obligations, or protect user interests.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Based on Necessity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Needs: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 information, photos (if not deleted), and security data are retained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long as the account exists.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Functionality: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Vanish Mode: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Messages disappear after being read or a set period.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Compliance: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retained to: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harm or investigate violations.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safety and protect Meta's rights, property, or products.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kept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users explicitly request deletion.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retained in backups for up to 90 days after deletion requests.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retention supports disaster recovery and compliance needs.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763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84810DC1-D7BD-1C06-6627-359A1245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4A04058E-FF51-95AD-A1A8-7500B4DBB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Legal Frameworks Shaping Privacy Rights</a:t>
            </a:r>
            <a:endParaRPr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E46B8788-C567-00C9-0025-B4A821203ED1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AC71F15-7565-CFA4-4D4B-00CF2CDFBC70}"/>
              </a:ext>
            </a:extLst>
          </p:cNvPr>
          <p:cNvSpPr/>
          <p:nvPr/>
        </p:nvSpPr>
        <p:spPr>
          <a:xfrm>
            <a:off x="166255" y="1186453"/>
            <a:ext cx="2425805" cy="157941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A9846E77-C54E-F5BB-3CCC-A87D73E27477}"/>
              </a:ext>
            </a:extLst>
          </p:cNvPr>
          <p:cNvSpPr/>
          <p:nvPr/>
        </p:nvSpPr>
        <p:spPr>
          <a:xfrm>
            <a:off x="6340738" y="1186453"/>
            <a:ext cx="2425805" cy="157941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1519A6A-3226-E102-F6BC-0E2CFE9FFBD2}"/>
              </a:ext>
            </a:extLst>
          </p:cNvPr>
          <p:cNvSpPr/>
          <p:nvPr/>
        </p:nvSpPr>
        <p:spPr>
          <a:xfrm>
            <a:off x="166255" y="3309290"/>
            <a:ext cx="2425805" cy="157941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6090F21-F4ED-3B59-9862-BF0B67507DCA}"/>
              </a:ext>
            </a:extLst>
          </p:cNvPr>
          <p:cNvSpPr/>
          <p:nvPr/>
        </p:nvSpPr>
        <p:spPr>
          <a:xfrm>
            <a:off x="6340737" y="3167338"/>
            <a:ext cx="2425805" cy="157941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D2280-2E4C-ED9C-FFE1-F40D77BA6B4A}"/>
              </a:ext>
            </a:extLst>
          </p:cNvPr>
          <p:cNvSpPr txBox="1"/>
          <p:nvPr/>
        </p:nvSpPr>
        <p:spPr>
          <a:xfrm>
            <a:off x="414648" y="1445041"/>
            <a:ext cx="19290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Children's Online Privacy Protection Act (COPPA)</a:t>
            </a:r>
          </a:p>
          <a:p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 21, 2000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24F26-4EFF-FC71-EB59-629BE57209CE}"/>
              </a:ext>
            </a:extLst>
          </p:cNvPr>
          <p:cNvSpPr txBox="1"/>
          <p:nvPr/>
        </p:nvSpPr>
        <p:spPr>
          <a:xfrm>
            <a:off x="6589130" y="1445041"/>
            <a:ext cx="19290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California Online Privacy Protection Act (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CalOPPA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01, 2004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08E64-8D29-CE4D-FD7C-17F2F299B17D}"/>
              </a:ext>
            </a:extLst>
          </p:cNvPr>
          <p:cNvSpPr txBox="1"/>
          <p:nvPr/>
        </p:nvSpPr>
        <p:spPr>
          <a:xfrm>
            <a:off x="358959" y="3534559"/>
            <a:ext cx="22331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Data Protection Regulation (GDPR)</a:t>
            </a:r>
          </a:p>
          <a:p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25, 2018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C4A15-7219-F375-5424-DCADE44BC179}"/>
              </a:ext>
            </a:extLst>
          </p:cNvPr>
          <p:cNvSpPr txBox="1"/>
          <p:nvPr/>
        </p:nvSpPr>
        <p:spPr>
          <a:xfrm>
            <a:off x="6589130" y="3372271"/>
            <a:ext cx="21075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California Consumer Privacy Act (CCPA)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01, 2020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410C79-89B8-4620-F513-2E47BBC1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618" y="1303110"/>
            <a:ext cx="2997560" cy="279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77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327D8095-5AFD-4CD5-5069-EE733073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BA525D71-C44A-1339-8936-1F908FE2E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88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Facebook Privacy Regulations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(COPPA)</a:t>
            </a:r>
            <a:b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7EB8FE8-A99D-F066-0793-9D994E1CADD2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B44F3-409C-3D27-57B0-E9ED27F1E224}"/>
              </a:ext>
            </a:extLst>
          </p:cNvPr>
          <p:cNvSpPr txBox="1"/>
          <p:nvPr/>
        </p:nvSpPr>
        <p:spPr>
          <a:xfrm>
            <a:off x="212644" y="721558"/>
            <a:ext cx="64292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April 21, 2000.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Provisions: Protects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children under 13 by requiring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parental consent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before collecting their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evaluate apps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child-directed content using factors like subject matter, animations, and activities.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primarily for children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 Facebook Audience Network SDKs.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Ensures Meta complies with regulations for child safety and avoids misuse of children's data.</a:t>
            </a:r>
          </a:p>
        </p:txBody>
      </p:sp>
      <p:pic>
        <p:nvPicPr>
          <p:cNvPr id="2050" name="Picture 2" descr="Are Your Kids Following Age Restrictions For Facebook, Twitter, YouTube,  TikTok And Others? - Stuff South Africa">
            <a:extLst>
              <a:ext uri="{FF2B5EF4-FFF2-40B4-BE49-F238E27FC236}">
                <a16:creationId xmlns:a16="http://schemas.microsoft.com/office/drawing/2014/main" id="{7F2ACCA3-8C26-C5F7-C10E-56474C720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112" y="3310371"/>
            <a:ext cx="2941292" cy="183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76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008E5830-C8B0-A385-2419-9402C98B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AEB70E3A-9424-DD5C-02F5-9FA15D155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88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Facebook Privacy Regulations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CalOPPA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E32A819-3649-C65B-87DF-1107BDD341FF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DFFD5-C83A-BCBF-FF58-2D4EEA2785E6}"/>
              </a:ext>
            </a:extLst>
          </p:cNvPr>
          <p:cNvSpPr txBox="1"/>
          <p:nvPr/>
        </p:nvSpPr>
        <p:spPr>
          <a:xfrm>
            <a:off x="304084" y="721558"/>
            <a:ext cx="642922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July 1, 2004.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 display privacy policies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clearly on websites and apps.</a:t>
            </a:r>
          </a:p>
          <a:p>
            <a:pPr marL="457200" lvl="1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to apps collecting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Personally Identifiable Information (PII)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such as names, addresses, and emails.</a:t>
            </a:r>
          </a:p>
          <a:p>
            <a:pPr marL="457200" lvl="1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to comply within 30 days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result in violations.</a:t>
            </a:r>
          </a:p>
          <a:p>
            <a:pPr marL="457200" lvl="1"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Sets the standard for privacy disclosures to users, especially in California.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ersonally identifiable information: PII, non-PII &amp; personal data">
            <a:extLst>
              <a:ext uri="{FF2B5EF4-FFF2-40B4-BE49-F238E27FC236}">
                <a16:creationId xmlns:a16="http://schemas.microsoft.com/office/drawing/2014/main" id="{2CB9AEFE-8CAE-ECF9-420F-32F653184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77" y="3017594"/>
            <a:ext cx="3352356" cy="216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217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6020FD73-322E-1586-6996-1E912773B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E9289CE1-A1C2-D87D-82B3-02CCC8F7D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88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Facebook Privacy Regulations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(GDPR)</a:t>
            </a:r>
            <a:b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3BC3F466-3684-8A25-62DA-FD6964DC60A4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0D582-6311-C229-298C-579EAE767824}"/>
              </a:ext>
            </a:extLst>
          </p:cNvPr>
          <p:cNvSpPr txBox="1"/>
          <p:nvPr/>
        </p:nvSpPr>
        <p:spPr>
          <a:xfrm>
            <a:off x="395524" y="859011"/>
            <a:ext cx="73935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May 25, 2018.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Provisions: Legal Bases for Processing Data: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users.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Interests: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Businesses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pause 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a user objects.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Contractual Necessity: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processing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essential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the service.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transparency, control, and accountability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 data usage.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Mandates Meta to update compliance and collaborate with privacy regulators.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GDPR imposes strict privacy regulations, ensuring user control and data protection.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Penalties: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4% of global turnover or €20M, whichever is higher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D118A-C3C2-6077-63EA-AFA7EF9A5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057" y="775219"/>
            <a:ext cx="2140943" cy="35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36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B13F6D7F-1423-B93C-3514-DB0CA6F2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EB5AB01D-B021-08D0-3EE2-5F9F45625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88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Facebook Privacy Regulations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(CCPA)</a:t>
            </a:r>
            <a:b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E0DF7170-3416-5B4E-5CA7-E460AABD12B3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6058D-643C-2875-CBD6-1BB163035A4E}"/>
              </a:ext>
            </a:extLst>
          </p:cNvPr>
          <p:cNvSpPr txBox="1"/>
          <p:nvPr/>
        </p:nvSpPr>
        <p:spPr>
          <a:xfrm>
            <a:off x="449935" y="721558"/>
            <a:ext cx="64292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January 1, 2020.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Provisions: Rights Granted to Users: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Know: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What data is collected and how it’s used.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Delete: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request deletion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personal data.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Non-Discrimination: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Users cannot face discrimination for exercising their rights.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disclose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categories and purposes.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Use (LDU):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Automatically applies privacy rules for users in California, Colorado, and Connecticut from July 01, 2023.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more control over personal data and sets clear boundaries for businesses.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Fines: $2,500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unintentional violation.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$7,500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intentional violation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53081E-B9F8-331B-4101-1835242C2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755" y="3384960"/>
            <a:ext cx="2118245" cy="179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19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>
          <a:extLst>
            <a:ext uri="{FF2B5EF4-FFF2-40B4-BE49-F238E27FC236}">
              <a16:creationId xmlns:a16="http://schemas.microsoft.com/office/drawing/2014/main" id="{7B5F3C33-BFB8-9837-6A36-26D4297F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1B0437F1-CACE-2045-DB02-6DB800E2F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46" y="-8717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How does CCPA &amp; GDPR affect Facebook advertising</a:t>
            </a:r>
            <a:endParaRPr sz="2400" dirty="0"/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71A586A0-9ECF-9140-B368-4DEBCBEA292E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DCE9B7-BBDB-450E-E29A-344F5A539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9207"/>
              </p:ext>
            </p:extLst>
          </p:nvPr>
        </p:nvGraphicFramePr>
        <p:xfrm>
          <a:off x="310045" y="684756"/>
          <a:ext cx="8521701" cy="1322866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335467624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39339514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757479074"/>
                    </a:ext>
                  </a:extLst>
                </a:gridCol>
              </a:tblGrid>
              <a:tr h="1322866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 It Applies To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entities processing personal data of California residents 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 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Have $24M+ annual revenue.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Hold data of 50,000+ consumers.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Derive 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least half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revenue from selling personal data.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to any organization processing personal data of EU residents, 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 if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organization is outside the EU.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9407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36DF58-53B8-8279-5149-BDE4B8604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825546"/>
              </p:ext>
            </p:extLst>
          </p:nvPr>
        </p:nvGraphicFramePr>
        <p:xfrm>
          <a:off x="310045" y="433296"/>
          <a:ext cx="8521701" cy="23241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296303710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28815950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586823317"/>
                    </a:ext>
                  </a:extLst>
                </a:gridCol>
              </a:tblGrid>
              <a:tr h="23241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CCPA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6">
                            <a:lumMod val="0"/>
                            <a:lumOff val="100000"/>
                          </a:schemeClr>
                        </a:gs>
                        <a:gs pos="35000">
                          <a:schemeClr val="accent6">
                            <a:lumMod val="0"/>
                            <a:lumOff val="100000"/>
                          </a:schemeClr>
                        </a:gs>
                        <a:gs pos="100000">
                          <a:schemeClr val="accent6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756929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D9EB3D-5922-90F5-245B-FA7FA182C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31797"/>
              </p:ext>
            </p:extLst>
          </p:nvPr>
        </p:nvGraphicFramePr>
        <p:xfrm>
          <a:off x="310043" y="2026672"/>
          <a:ext cx="8521701" cy="44577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48816585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12334649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412913747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Consent Basis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can </a:t>
                      </a: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opt-out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data collection, sharing, or selling.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 opt-in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data collection.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19370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B5E35-BA8A-F6CB-DD2C-6804D9BC7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54560"/>
              </p:ext>
            </p:extLst>
          </p:nvPr>
        </p:nvGraphicFramePr>
        <p:xfrm>
          <a:off x="310042" y="2475068"/>
          <a:ext cx="8521701" cy="44577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3961293913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73414167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02319693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apply from January 1, 2020.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Always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force since May 25, 2018.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409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E1F8877-57BF-906A-2AA5-5855A1A1C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46048"/>
              </p:ext>
            </p:extLst>
          </p:nvPr>
        </p:nvGraphicFramePr>
        <p:xfrm>
          <a:off x="310042" y="2939888"/>
          <a:ext cx="8521701" cy="87249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30887529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9139494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788381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Penalties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$2,500 per unintentional violation.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$7,500 or actual damages for intentional violations.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- 4% of global turnover or €20M, whichever is higher.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- 2% of global turnover for minor infractions.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0385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F75453D-CB34-3B77-92E4-9A3204FC9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78553"/>
              </p:ext>
            </p:extLst>
          </p:nvPr>
        </p:nvGraphicFramePr>
        <p:xfrm>
          <a:off x="310041" y="3831428"/>
          <a:ext cx="8521701" cy="1322866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7082440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34504399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769406799"/>
                    </a:ext>
                  </a:extLst>
                </a:gridCol>
              </a:tblGrid>
              <a:tr h="1322866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Rights of Individuals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request information.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data portability.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opt-out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access data.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of deletion.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of disclosure.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be informed.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access and rectification.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restrict processing.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 to erasure and data portability.</a:t>
                      </a:r>
                    </a:p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Rights over automated decision-making.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83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153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>
          <a:extLst>
            <a:ext uri="{FF2B5EF4-FFF2-40B4-BE49-F238E27FC236}">
              <a16:creationId xmlns:a16="http://schemas.microsoft.com/office/drawing/2014/main" id="{6D5D22EE-30B5-0358-028C-59397DEF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67428BA9-44F7-DA35-F46D-F27D4B66F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Facebook Data Breach, Privacy &amp; Security Challenges</a:t>
            </a:r>
            <a:br>
              <a:rPr lang="en-US" sz="2400" dirty="0">
                <a:solidFill>
                  <a:schemeClr val="accent2"/>
                </a:solidFill>
                <a:effectLst/>
                <a:latin typeface="Helvetica" pitchFamily="2" charset="0"/>
              </a:rPr>
            </a:b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6243A73-3569-EEE7-DFDA-ECD3EDF14635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C4379-A7C7-6405-C779-0F0106FC7145}"/>
              </a:ext>
            </a:extLst>
          </p:cNvPr>
          <p:cNvSpPr txBox="1"/>
          <p:nvPr/>
        </p:nvSpPr>
        <p:spPr>
          <a:xfrm>
            <a:off x="0" y="698887"/>
            <a:ext cx="9144000" cy="95410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2018: Breach of Integrity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Facebook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admitted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to mishandling user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87 million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user records were collected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without consent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by Cambridge Analytica.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The data was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used predominantly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for political campaigns.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F558A-3689-A61C-51B9-24FB2050B8CF}"/>
              </a:ext>
            </a:extLst>
          </p:cNvPr>
          <p:cNvSpPr txBox="1"/>
          <p:nvPr/>
        </p:nvSpPr>
        <p:spPr>
          <a:xfrm>
            <a:off x="0" y="1706445"/>
            <a:ext cx="9144000" cy="11695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March 2019: Violent Videos Spread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Facebook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struggled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halt the spread of footage from the New Zealand mosque shootings.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shootings resulted in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dozens of deaths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1.5 million copies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the video were removed within the first 24 hours.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Facebook’s systems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should have been more effective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preventing the spread of such harmful content.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2C282-2BB1-9A7E-70E6-C255629B3835}"/>
              </a:ext>
            </a:extLst>
          </p:cNvPr>
          <p:cNvSpPr txBox="1"/>
          <p:nvPr/>
        </p:nvSpPr>
        <p:spPr>
          <a:xfrm>
            <a:off x="0" y="2929448"/>
            <a:ext cx="9166194" cy="116955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May 2019: Billions of Fake Accounts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Facebook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removed 2.2 billion fake accounts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between January and March 2019.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These accounts were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used to spread misinformation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, manipulate elections, and join groups to promote deceptive narratives.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Facebook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must strengthen systems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to combat fake profiles.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7889F-1D94-621F-7E52-33F02D1E86B6}"/>
              </a:ext>
            </a:extLst>
          </p:cNvPr>
          <p:cNvSpPr txBox="1"/>
          <p:nvPr/>
        </p:nvSpPr>
        <p:spPr>
          <a:xfrm>
            <a:off x="0" y="4171504"/>
            <a:ext cx="9166194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2023: Children’s Privacy Protection Violation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U.S. regulators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accused Facebook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misleading parents.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Allegations included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failing to protect children’s privacy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on the Messenger Kids app.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Facebook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should prioritize stricter compliance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with children’s data protection regulations.</a:t>
            </a:r>
          </a:p>
        </p:txBody>
      </p:sp>
    </p:spTree>
    <p:extLst>
      <p:ext uri="{BB962C8B-B14F-4D97-AF65-F5344CB8AC3E}">
        <p14:creationId xmlns:p14="http://schemas.microsoft.com/office/powerpoint/2010/main" val="3804397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A390B378-273B-46FE-53B2-F6D36D97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21B8E67C-E7C6-B05E-1F78-2EA188BD6FEC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CBB61-6359-B840-C0B7-7218C4FD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4568" y="0"/>
            <a:ext cx="9493135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Facebook Data Breach, Privacy &amp; Security Challenges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BBA50-6C09-2014-7920-85528F121334}"/>
              </a:ext>
            </a:extLst>
          </p:cNvPr>
          <p:cNvSpPr txBox="1"/>
          <p:nvPr/>
        </p:nvSpPr>
        <p:spPr>
          <a:xfrm>
            <a:off x="276311" y="1571107"/>
            <a:ext cx="811322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Breached: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Facebook Platform Policy (unauthorized third-party data access).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Misused: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87 million users' data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harvested for political ads without consent.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Restricted third-party app access and strengthened privacy controls.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Penalty: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$5 billion fine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(FTC).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71978-8588-B91C-74DE-15919CFBEEE7}"/>
              </a:ext>
            </a:extLst>
          </p:cNvPr>
          <p:cNvSpPr txBox="1"/>
          <p:nvPr/>
        </p:nvSpPr>
        <p:spPr>
          <a:xfrm>
            <a:off x="1920241" y="572700"/>
            <a:ext cx="5424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Cambridge Analytica: A Breach of Trust (2018)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Facebook Users Want Revenge After Cambridge Analytica Data Breach -  Business Insider">
            <a:extLst>
              <a:ext uri="{FF2B5EF4-FFF2-40B4-BE49-F238E27FC236}">
                <a16:creationId xmlns:a16="http://schemas.microsoft.com/office/drawing/2014/main" id="{64F549A6-E070-47B4-CF4A-6071227E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661" y="2724496"/>
            <a:ext cx="3225339" cy="241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444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D9C4D741-F1F6-554E-20FE-54758066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0FDFDC09-6A96-30FC-298F-D42F5D8579E1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893AD9-2C19-4AEC-CCCF-32559076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4568" y="0"/>
            <a:ext cx="9493135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Facebook Data Breach, Privacy &amp; Security Challenges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C8A78-FD53-1B3C-68DD-7B752EA995E9}"/>
              </a:ext>
            </a:extLst>
          </p:cNvPr>
          <p:cNvSpPr txBox="1"/>
          <p:nvPr/>
        </p:nvSpPr>
        <p:spPr>
          <a:xfrm>
            <a:off x="509462" y="3114204"/>
            <a:ext cx="73359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Breached: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Community Standards (failed moderation of harmful content).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Misused: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Platform used to amplify misinformation on COVID-19 and elections.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Enhanced AI moderation, partnered with fact-checkers, and published transparency reports.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Penalty: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No financial penalty, but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threats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reputational damage.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41A7E-4A3F-E323-6AA7-9C136ACA7833}"/>
              </a:ext>
            </a:extLst>
          </p:cNvPr>
          <p:cNvSpPr txBox="1"/>
          <p:nvPr/>
        </p:nvSpPr>
        <p:spPr>
          <a:xfrm>
            <a:off x="1771215" y="505068"/>
            <a:ext cx="52934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Fight Against Misinformation (2019-2021)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037782-DC05-96A4-ED41-41F695FF4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000" y="892278"/>
            <a:ext cx="2433096" cy="2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77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4CA5A5C6-6B59-F9D1-5A42-A6D369E6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82D684C5-F6F8-4901-BA76-20BAD8E28958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7E8C2C-6DAF-3E41-7243-BF21FF0A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4568" y="0"/>
            <a:ext cx="9493135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Facebook Data Breach, Privacy &amp; Security Challenges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EE1E9-0E1D-E041-CA2A-C330B1736E86}"/>
              </a:ext>
            </a:extLst>
          </p:cNvPr>
          <p:cNvSpPr txBox="1"/>
          <p:nvPr/>
        </p:nvSpPr>
        <p:spPr>
          <a:xfrm>
            <a:off x="78971" y="1271383"/>
            <a:ext cx="66792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Breached: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Antitrust laws (monopolistic acquisitions).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Misused: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Data from acquired platforms consolidated market dominance.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Increased transparency and shifted focus to metaverse development under Meta.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Penalty: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No fines yet;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FTC lawsuit seeks divestitures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Instagram and WhatsApp.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E39D6-F08A-2ACB-F5B6-9EEC9B2A1F35}"/>
              </a:ext>
            </a:extLst>
          </p:cNvPr>
          <p:cNvSpPr txBox="1"/>
          <p:nvPr/>
        </p:nvSpPr>
        <p:spPr>
          <a:xfrm>
            <a:off x="1735713" y="572700"/>
            <a:ext cx="64331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Antitrust Allegations: Is Facebook Too Big? (2020-2021)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The Facebook antitrust investigation explained">
            <a:extLst>
              <a:ext uri="{FF2B5EF4-FFF2-40B4-BE49-F238E27FC236}">
                <a16:creationId xmlns:a16="http://schemas.microsoft.com/office/drawing/2014/main" id="{1F813A56-C086-B949-4FC1-56C57F33E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515" y="3149789"/>
            <a:ext cx="3374967" cy="189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751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BCDFB5A0-7102-A0AE-7A64-AE121A36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9DD7C427-DA78-BEE2-E535-8921DED54D74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FE19C6-8D4C-8B4D-EB5E-4E1CE660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4568" y="0"/>
            <a:ext cx="9493135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Facebook Data Breach, Privacy &amp; Security Challenges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6E1C3-DBAD-C83F-352D-78F5FDCC7976}"/>
              </a:ext>
            </a:extLst>
          </p:cNvPr>
          <p:cNvSpPr txBox="1"/>
          <p:nvPr/>
        </p:nvSpPr>
        <p:spPr>
          <a:xfrm>
            <a:off x="70658" y="1287991"/>
            <a:ext cx="66460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Breached: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COPPA (failure to protect minors' data).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Misused: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Collected teenage user data and exposed minors to harmful content.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Launched parental controls, age verification, and mental health resources.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Penalty: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$400 million fine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violating COPPA.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4DE06-3FCA-D20B-0797-E8BF0F504262}"/>
              </a:ext>
            </a:extLst>
          </p:cNvPr>
          <p:cNvSpPr txBox="1"/>
          <p:nvPr/>
        </p:nvSpPr>
        <p:spPr>
          <a:xfrm>
            <a:off x="1837114" y="580105"/>
            <a:ext cx="5251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Protecting Children on Instagram (2021-2022)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Protecting Teens and Their Privacy on Facebook and Instagram | Meta">
            <a:extLst>
              <a:ext uri="{FF2B5EF4-FFF2-40B4-BE49-F238E27FC236}">
                <a16:creationId xmlns:a16="http://schemas.microsoft.com/office/drawing/2014/main" id="{C6AB37AD-84D3-131C-65BC-3403B4FA1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259" y="2740083"/>
            <a:ext cx="4272742" cy="240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405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72"/>
          <p:cNvSpPr txBox="1">
            <a:spLocks noGrp="1"/>
          </p:cNvSpPr>
          <p:nvPr>
            <p:ph type="title"/>
          </p:nvPr>
        </p:nvSpPr>
        <p:spPr>
          <a:xfrm>
            <a:off x="483904" y="5872"/>
            <a:ext cx="8660095" cy="572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Ensuring Trust: Privacy, Safety, and Fairness</a:t>
            </a:r>
            <a:endParaRPr dirty="0">
              <a:latin typeface="Fredoka One" panose="02000000000000000000" pitchFamily="2" charset="77"/>
              <a:cs typeface="Times New Roman" panose="02020603050405020304" pitchFamily="18" charset="0"/>
            </a:endParaRPr>
          </a:p>
        </p:txBody>
      </p:sp>
      <p:sp>
        <p:nvSpPr>
          <p:cNvPr id="2642" name="Google Shape;2642;p72"/>
          <p:cNvSpPr txBox="1">
            <a:spLocks noGrp="1"/>
          </p:cNvSpPr>
          <p:nvPr>
            <p:ph type="subTitle" idx="1"/>
          </p:nvPr>
        </p:nvSpPr>
        <p:spPr>
          <a:xfrm>
            <a:off x="4190569" y="3046874"/>
            <a:ext cx="4885622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only be kept as long as it is</a:t>
            </a:r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stated purposes.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3" name="Google Shape;2643;p72"/>
          <p:cNvSpPr txBox="1">
            <a:spLocks noGrp="1"/>
          </p:cNvSpPr>
          <p:nvPr>
            <p:ph type="subTitle" idx="2"/>
          </p:nvPr>
        </p:nvSpPr>
        <p:spPr>
          <a:xfrm>
            <a:off x="4465453" y="2701205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Retention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4" name="Google Shape;2644;p72"/>
          <p:cNvSpPr txBox="1">
            <a:spLocks noGrp="1"/>
          </p:cNvSpPr>
          <p:nvPr>
            <p:ph type="subTitle" idx="3"/>
          </p:nvPr>
        </p:nvSpPr>
        <p:spPr>
          <a:xfrm>
            <a:off x="4238884" y="4058742"/>
            <a:ext cx="4148775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data from abuse, accidental loss, and unauthorized access.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5" name="Google Shape;2645;p72"/>
          <p:cNvSpPr txBox="1">
            <a:spLocks noGrp="1"/>
          </p:cNvSpPr>
          <p:nvPr>
            <p:ph type="subTitle" idx="4"/>
          </p:nvPr>
        </p:nvSpPr>
        <p:spPr>
          <a:xfrm>
            <a:off x="4361197" y="3762332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Data Misuse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6" name="Google Shape;2646;p72"/>
          <p:cNvSpPr txBox="1">
            <a:spLocks noGrp="1"/>
          </p:cNvSpPr>
          <p:nvPr>
            <p:ph type="subTitle" idx="5"/>
          </p:nvPr>
        </p:nvSpPr>
        <p:spPr>
          <a:xfrm>
            <a:off x="4190569" y="1995181"/>
            <a:ext cx="4601536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and create the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amount </a:t>
            </a:r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data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needed for specified purposes.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7" name="Google Shape;2647;p72"/>
          <p:cNvSpPr txBox="1">
            <a:spLocks noGrp="1"/>
          </p:cNvSpPr>
          <p:nvPr>
            <p:ph type="subTitle" idx="6"/>
          </p:nvPr>
        </p:nvSpPr>
        <p:spPr>
          <a:xfrm>
            <a:off x="4572000" y="1699198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Minimization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8" name="Google Shape;2648;p72"/>
          <p:cNvSpPr txBox="1">
            <a:spLocks noGrp="1"/>
          </p:cNvSpPr>
          <p:nvPr>
            <p:ph type="subTitle" idx="7"/>
          </p:nvPr>
        </p:nvSpPr>
        <p:spPr>
          <a:xfrm>
            <a:off x="4304395" y="952376"/>
            <a:ext cx="4150175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processed only for limited, clearly stated purposes that provide value.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9" name="Google Shape;2649;p72"/>
          <p:cNvSpPr txBox="1">
            <a:spLocks noGrp="1"/>
          </p:cNvSpPr>
          <p:nvPr>
            <p:ph type="subTitle" idx="8"/>
          </p:nvPr>
        </p:nvSpPr>
        <p:spPr>
          <a:xfrm>
            <a:off x="4572000" y="639663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Limitation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9" name="Google Shape;2619;p72"/>
          <p:cNvSpPr/>
          <p:nvPr/>
        </p:nvSpPr>
        <p:spPr>
          <a:xfrm>
            <a:off x="3375046" y="734851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0" name="Google Shape;2620;p72"/>
          <p:cNvSpPr/>
          <p:nvPr/>
        </p:nvSpPr>
        <p:spPr>
          <a:xfrm>
            <a:off x="3387957" y="3905410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" name="Google Shape;2621;p72"/>
          <p:cNvSpPr/>
          <p:nvPr/>
        </p:nvSpPr>
        <p:spPr>
          <a:xfrm>
            <a:off x="3375046" y="2861810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2" name="Google Shape;2622;p72"/>
          <p:cNvSpPr/>
          <p:nvPr/>
        </p:nvSpPr>
        <p:spPr>
          <a:xfrm>
            <a:off x="3391379" y="1791704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5" descr="Statistics with solid fill">
            <a:extLst>
              <a:ext uri="{FF2B5EF4-FFF2-40B4-BE49-F238E27FC236}">
                <a16:creationId xmlns:a16="http://schemas.microsoft.com/office/drawing/2014/main" id="{66E36DA6-1854-9F5E-807E-857602F3F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2125" y="906981"/>
            <a:ext cx="350653" cy="350653"/>
          </a:xfrm>
          <a:prstGeom prst="rect">
            <a:avLst/>
          </a:prstGeom>
        </p:spPr>
      </p:pic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266B9124-2957-F9EF-3601-F140FCDD24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0207" y="1927207"/>
            <a:ext cx="457200" cy="457200"/>
          </a:xfrm>
          <a:prstGeom prst="rect">
            <a:avLst/>
          </a:prstGeom>
        </p:spPr>
      </p:pic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8A97C032-8663-685C-BD1B-D8EEED50C1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0207" y="2995003"/>
            <a:ext cx="452227" cy="452227"/>
          </a:xfrm>
          <a:prstGeom prst="rect">
            <a:avLst/>
          </a:prstGeom>
        </p:spPr>
      </p:pic>
      <p:pic>
        <p:nvPicPr>
          <p:cNvPr id="16" name="Graphic 15" descr="Close outline">
            <a:extLst>
              <a:ext uri="{FF2B5EF4-FFF2-40B4-BE49-F238E27FC236}">
                <a16:creationId xmlns:a16="http://schemas.microsoft.com/office/drawing/2014/main" id="{3CEA6A0A-E293-CFD0-2699-450EF522A4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35171" y="4058742"/>
            <a:ext cx="419400" cy="419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A0BEDC-A7CD-15AC-05E9-0BAA526926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2" y="3144528"/>
            <a:ext cx="2665296" cy="19989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91">
          <a:extLst>
            <a:ext uri="{FF2B5EF4-FFF2-40B4-BE49-F238E27FC236}">
              <a16:creationId xmlns:a16="http://schemas.microsoft.com/office/drawing/2014/main" id="{D4023A77-BFE0-889C-0C56-E430E3D6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72">
            <a:extLst>
              <a:ext uri="{FF2B5EF4-FFF2-40B4-BE49-F238E27FC236}">
                <a16:creationId xmlns:a16="http://schemas.microsoft.com/office/drawing/2014/main" id="{BCCBD6D1-F832-8B60-B86D-6E10BA2522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904" y="5872"/>
            <a:ext cx="8660095" cy="572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u="none" strike="noStrike" dirty="0">
                <a:effectLst/>
                <a:latin typeface="Fredoka One" panose="02000000000000000000" pitchFamily="2" charset="77"/>
              </a:rPr>
              <a:t>Ensuring Trust: Privacy, Safety, and Fairness</a:t>
            </a:r>
            <a:endParaRPr dirty="0">
              <a:solidFill>
                <a:schemeClr val="bg2"/>
              </a:solidFill>
              <a:latin typeface="Fredoka One" panose="02000000000000000000" pitchFamily="2" charset="77"/>
              <a:cs typeface="Times New Roman" panose="02020603050405020304" pitchFamily="18" charset="0"/>
            </a:endParaRPr>
          </a:p>
        </p:txBody>
      </p:sp>
      <p:sp>
        <p:nvSpPr>
          <p:cNvPr id="2642" name="Google Shape;2642;p72">
            <a:extLst>
              <a:ext uri="{FF2B5EF4-FFF2-40B4-BE49-F238E27FC236}">
                <a16:creationId xmlns:a16="http://schemas.microsoft.com/office/drawing/2014/main" id="{07B9EB61-8DB2-9435-D4C0-DD74B05D10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90569" y="3046874"/>
            <a:ext cx="4885622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only be kept as long as it is</a:t>
            </a:r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stated purposes.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3" name="Google Shape;2643;p72">
            <a:extLst>
              <a:ext uri="{FF2B5EF4-FFF2-40B4-BE49-F238E27FC236}">
                <a16:creationId xmlns:a16="http://schemas.microsoft.com/office/drawing/2014/main" id="{C0807FF3-D777-5305-D336-D48E9024C7C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304395" y="2710639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4" name="Google Shape;2644;p72">
            <a:extLst>
              <a:ext uri="{FF2B5EF4-FFF2-40B4-BE49-F238E27FC236}">
                <a16:creationId xmlns:a16="http://schemas.microsoft.com/office/drawing/2014/main" id="{6EEDC4E5-88A7-AA17-68EA-108231BBCBC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238884" y="4058742"/>
            <a:ext cx="4148775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data from abuse, accidental loss, and unauthorized access.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5" name="Google Shape;2645;p72">
            <a:extLst>
              <a:ext uri="{FF2B5EF4-FFF2-40B4-BE49-F238E27FC236}">
                <a16:creationId xmlns:a16="http://schemas.microsoft.com/office/drawing/2014/main" id="{E776643B-578C-AFA9-2414-7E09287D423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371986" y="3764684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6" name="Google Shape;2646;p72">
            <a:extLst>
              <a:ext uri="{FF2B5EF4-FFF2-40B4-BE49-F238E27FC236}">
                <a16:creationId xmlns:a16="http://schemas.microsoft.com/office/drawing/2014/main" id="{5C684C7A-F86F-C426-3FA5-22B2C2AF068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190569" y="1995181"/>
            <a:ext cx="4601536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and create the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amount </a:t>
            </a:r>
            <a:r>
              <a:rPr lang="en-US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data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needed for specified purposes.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7" name="Google Shape;2647;p72">
            <a:extLst>
              <a:ext uri="{FF2B5EF4-FFF2-40B4-BE49-F238E27FC236}">
                <a16:creationId xmlns:a16="http://schemas.microsoft.com/office/drawing/2014/main" id="{D3CC7D41-5AAE-2691-67D8-46AE96AEFF1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371986" y="1659418"/>
            <a:ext cx="388257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Access and Management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8" name="Google Shape;2648;p72">
            <a:extLst>
              <a:ext uri="{FF2B5EF4-FFF2-40B4-BE49-F238E27FC236}">
                <a16:creationId xmlns:a16="http://schemas.microsoft.com/office/drawing/2014/main" id="{EC6E19A8-8FCC-8C98-A853-DC285F203ECE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304395" y="952376"/>
            <a:ext cx="4150175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 </a:t>
            </a:r>
            <a:r>
              <a:rPr lang="en-US" b="1" i="0" u="none" strike="noStrike" dirty="0"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 processed only for limited, clearly stated purposes that provide value.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9" name="Google Shape;2649;p72">
            <a:extLst>
              <a:ext uri="{FF2B5EF4-FFF2-40B4-BE49-F238E27FC236}">
                <a16:creationId xmlns:a16="http://schemas.microsoft.com/office/drawing/2014/main" id="{30A3E0EB-910F-D3B0-8501-D0D3A9B30A7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371986" y="625030"/>
            <a:ext cx="3120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Control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9" name="Google Shape;2619;p72">
            <a:extLst>
              <a:ext uri="{FF2B5EF4-FFF2-40B4-BE49-F238E27FC236}">
                <a16:creationId xmlns:a16="http://schemas.microsoft.com/office/drawing/2014/main" id="{FF4AA33E-9EE2-1F30-3C24-F86D77CD14F8}"/>
              </a:ext>
            </a:extLst>
          </p:cNvPr>
          <p:cNvSpPr/>
          <p:nvPr/>
        </p:nvSpPr>
        <p:spPr>
          <a:xfrm>
            <a:off x="3375046" y="734851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0" name="Google Shape;2620;p72">
            <a:extLst>
              <a:ext uri="{FF2B5EF4-FFF2-40B4-BE49-F238E27FC236}">
                <a16:creationId xmlns:a16="http://schemas.microsoft.com/office/drawing/2014/main" id="{9DC04932-228E-0A77-CFB5-FAF8A67E41EF}"/>
              </a:ext>
            </a:extLst>
          </p:cNvPr>
          <p:cNvSpPr/>
          <p:nvPr/>
        </p:nvSpPr>
        <p:spPr>
          <a:xfrm>
            <a:off x="3387957" y="3905410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" name="Google Shape;2621;p72">
            <a:extLst>
              <a:ext uri="{FF2B5EF4-FFF2-40B4-BE49-F238E27FC236}">
                <a16:creationId xmlns:a16="http://schemas.microsoft.com/office/drawing/2014/main" id="{1FFE02BA-A5C5-D40C-D7F6-47CBC047D446}"/>
              </a:ext>
            </a:extLst>
          </p:cNvPr>
          <p:cNvSpPr/>
          <p:nvPr/>
        </p:nvSpPr>
        <p:spPr>
          <a:xfrm>
            <a:off x="3375046" y="2861810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2" name="Google Shape;2622;p72">
            <a:extLst>
              <a:ext uri="{FF2B5EF4-FFF2-40B4-BE49-F238E27FC236}">
                <a16:creationId xmlns:a16="http://schemas.microsoft.com/office/drawing/2014/main" id="{2A2FF1EC-6FD6-4ED2-2BCA-0CCE0E545194}"/>
              </a:ext>
            </a:extLst>
          </p:cNvPr>
          <p:cNvSpPr/>
          <p:nvPr/>
        </p:nvSpPr>
        <p:spPr>
          <a:xfrm>
            <a:off x="3391379" y="1791704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5" descr="Statistics with solid fill">
            <a:extLst>
              <a:ext uri="{FF2B5EF4-FFF2-40B4-BE49-F238E27FC236}">
                <a16:creationId xmlns:a16="http://schemas.microsoft.com/office/drawing/2014/main" id="{F346C3BB-101C-3F8C-3080-716072FB2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2125" y="906981"/>
            <a:ext cx="350653" cy="350653"/>
          </a:xfrm>
          <a:prstGeom prst="rect">
            <a:avLst/>
          </a:prstGeom>
        </p:spPr>
      </p:pic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E10B2245-42ED-A168-479E-BF6033A30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0207" y="1927207"/>
            <a:ext cx="457200" cy="457200"/>
          </a:xfrm>
          <a:prstGeom prst="rect">
            <a:avLst/>
          </a:prstGeom>
        </p:spPr>
      </p:pic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C83E0BCA-A346-23DC-9D26-21B40F7FF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0207" y="2995003"/>
            <a:ext cx="452227" cy="452227"/>
          </a:xfrm>
          <a:prstGeom prst="rect">
            <a:avLst/>
          </a:prstGeom>
        </p:spPr>
      </p:pic>
      <p:pic>
        <p:nvPicPr>
          <p:cNvPr id="16" name="Graphic 15" descr="Close outline">
            <a:extLst>
              <a:ext uri="{FF2B5EF4-FFF2-40B4-BE49-F238E27FC236}">
                <a16:creationId xmlns:a16="http://schemas.microsoft.com/office/drawing/2014/main" id="{49E92B53-EA55-9E03-28FA-72C7EABA8D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35171" y="4058742"/>
            <a:ext cx="419400" cy="419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B5FFC3-36A1-4FBC-488C-26E1C85B56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18790"/>
            <a:ext cx="1972506" cy="225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61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98CED631-9A71-62E1-BCB7-A3488D84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869CE87B-4848-2506-8364-257DAB7CF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Fighting Against Online Exploitation</a:t>
            </a:r>
            <a:br>
              <a:rPr lang="en-US" sz="2400" dirty="0">
                <a:solidFill>
                  <a:schemeClr val="accent2"/>
                </a:solidFill>
                <a:effectLst/>
                <a:latin typeface="Helvetica" pitchFamily="2" charset="0"/>
              </a:rPr>
            </a:b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E704AF4F-51B5-0789-B6FB-3D831F30308C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58678-B39C-BC45-EE57-08D3642348BE}"/>
              </a:ext>
            </a:extLst>
          </p:cNvPr>
          <p:cNvSpPr txBox="1"/>
          <p:nvPr/>
        </p:nvSpPr>
        <p:spPr>
          <a:xfrm>
            <a:off x="562944" y="859011"/>
            <a:ext cx="8520600" cy="3108543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7/1/2023 - 12/31/2023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Reviewed and removed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over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21,000 Facebook Groups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violated child safety policies.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2020 - 2023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Disrupted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37 abusive networks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removed nearly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200,000 accounts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linked to these networks.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8/1/2023 - 12/31/2023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Disabled more than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2.6 million accounts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violating child sexual exploitation policies.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8/29/2023 - 12/31/2023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ook action on over: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 million accounts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Facebook.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 million accounts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Instagram.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accounts violated child safety policies.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Daily calendar with solid fill">
            <a:extLst>
              <a:ext uri="{FF2B5EF4-FFF2-40B4-BE49-F238E27FC236}">
                <a16:creationId xmlns:a16="http://schemas.microsoft.com/office/drawing/2014/main" id="{535EB824-2128-3474-F70F-F35C136FB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70" y="856521"/>
            <a:ext cx="250799" cy="250799"/>
          </a:xfrm>
          <a:prstGeom prst="rect">
            <a:avLst/>
          </a:prstGeom>
        </p:spPr>
      </p:pic>
      <p:pic>
        <p:nvPicPr>
          <p:cNvPr id="6" name="Graphic 5" descr="Daily calendar with solid fill">
            <a:extLst>
              <a:ext uri="{FF2B5EF4-FFF2-40B4-BE49-F238E27FC236}">
                <a16:creationId xmlns:a16="http://schemas.microsoft.com/office/drawing/2014/main" id="{C0790231-AA30-E5D0-FE0F-681126BF0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71" y="1535910"/>
            <a:ext cx="250799" cy="250799"/>
          </a:xfrm>
          <a:prstGeom prst="rect">
            <a:avLst/>
          </a:prstGeom>
        </p:spPr>
      </p:pic>
      <p:pic>
        <p:nvPicPr>
          <p:cNvPr id="7" name="Graphic 6" descr="Daily calendar with solid fill">
            <a:extLst>
              <a:ext uri="{FF2B5EF4-FFF2-40B4-BE49-F238E27FC236}">
                <a16:creationId xmlns:a16="http://schemas.microsoft.com/office/drawing/2014/main" id="{A3201EEA-A422-1F44-ED96-16BA43A93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69" y="2156561"/>
            <a:ext cx="250799" cy="250799"/>
          </a:xfrm>
          <a:prstGeom prst="rect">
            <a:avLst/>
          </a:prstGeom>
        </p:spPr>
      </p:pic>
      <p:pic>
        <p:nvPicPr>
          <p:cNvPr id="8" name="Graphic 7" descr="Daily calendar with solid fill">
            <a:extLst>
              <a:ext uri="{FF2B5EF4-FFF2-40B4-BE49-F238E27FC236}">
                <a16:creationId xmlns:a16="http://schemas.microsoft.com/office/drawing/2014/main" id="{A503F50E-3DDF-571C-DEBE-36182D49D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68" y="2777212"/>
            <a:ext cx="250799" cy="250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E62587-2835-AF69-BC3E-DD5239F29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240" y="3028011"/>
            <a:ext cx="3278304" cy="205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C142A3F7-78C8-FF89-C57A-21872FD1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EB1A2A76-DBE6-8921-DFE7-494F6A372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7909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0" i="0" u="none" strike="noStrike" dirty="0">
                <a:effectLst/>
                <a:latin typeface="Fredoka One" panose="02000000000000000000" pitchFamily="2" charset="77"/>
              </a:rPr>
              <a:t>Empowering Users: Your Privacy Rights</a:t>
            </a:r>
            <a:endParaRPr lang="en-US" sz="2400" dirty="0"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C65536FF-15BC-F409-B06D-CDF25CA31208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B9A227-5130-AA59-2652-364C3C2F6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3092217"/>
              </p:ext>
            </p:extLst>
          </p:nvPr>
        </p:nvGraphicFramePr>
        <p:xfrm>
          <a:off x="1434790" y="953313"/>
          <a:ext cx="640823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DED18CD-B89B-690E-61A0-F00B0F0C04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790841" cy="17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49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BF14F875-BB25-06FA-374A-1580286E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F1C32C22-8666-83AD-7C95-5024F934EC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976" y="516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chemeClr val="accent2"/>
                </a:solidFill>
                <a:effectLst/>
                <a:latin typeface="Fredoka One" panose="02000000000000000000" pitchFamily="2" charset="77"/>
                <a:cs typeface="Times New Roman" panose="02020603050405020304" pitchFamily="18" charset="0"/>
              </a:rPr>
              <a:t>Highlighted Privacy Checkup tools </a:t>
            </a:r>
            <a:br>
              <a:rPr lang="en-US" sz="2400" dirty="0">
                <a:solidFill>
                  <a:schemeClr val="accent2"/>
                </a:solidFill>
                <a:effectLst/>
                <a:latin typeface="Helvetica" pitchFamily="2" charset="0"/>
              </a:rPr>
            </a:b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A3B519D1-EEE7-B184-1B75-CF46647EBFD1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4D52D907-17C1-1DBB-2FA1-2F86ABAB7970}"/>
              </a:ext>
            </a:extLst>
          </p:cNvPr>
          <p:cNvSpPr/>
          <p:nvPr/>
        </p:nvSpPr>
        <p:spPr>
          <a:xfrm>
            <a:off x="0" y="799360"/>
            <a:ext cx="3624347" cy="123401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Settings</a:t>
            </a: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Easily access and update who can see your posts, profile details, and activities.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4EAEC16F-750F-7A12-6A40-1073C510DCBC}"/>
              </a:ext>
            </a:extLst>
          </p:cNvPr>
          <p:cNvSpPr/>
          <p:nvPr/>
        </p:nvSpPr>
        <p:spPr>
          <a:xfrm>
            <a:off x="5232861" y="799360"/>
            <a:ext cx="3699162" cy="123401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Sharing</a:t>
            </a: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 how your data is shared with third parties, including apps and websites linked to Meta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620CB850-8C67-BAA1-A216-2483A5621A0C}"/>
              </a:ext>
            </a:extLst>
          </p:cNvPr>
          <p:cNvSpPr/>
          <p:nvPr/>
        </p:nvSpPr>
        <p:spPr>
          <a:xfrm>
            <a:off x="0" y="3857783"/>
            <a:ext cx="3768315" cy="123401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 Preferences</a:t>
            </a: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preferences for personalized ads and control how your activity influences ad targeting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lternate Process 11">
            <a:extLst>
              <a:ext uri="{FF2B5EF4-FFF2-40B4-BE49-F238E27FC236}">
                <a16:creationId xmlns:a16="http://schemas.microsoft.com/office/drawing/2014/main" id="{A78F642F-9575-DD64-F5A4-5AE3302B0402}"/>
              </a:ext>
            </a:extLst>
          </p:cNvPr>
          <p:cNvSpPr/>
          <p:nvPr/>
        </p:nvSpPr>
        <p:spPr>
          <a:xfrm>
            <a:off x="5375686" y="3844174"/>
            <a:ext cx="3699162" cy="123401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 Security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and enhance security features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Two-factor authentication.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alerts to monitor unauthorized access.</a:t>
            </a:r>
          </a:p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109F74-3AE5-F647-28F7-6E2699BB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351" y="2279237"/>
            <a:ext cx="2979849" cy="13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49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2848B741-B397-2F38-6DCF-8C8F6EDF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1E253C8D-4B0F-7732-36C5-60C8B69EF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0" i="0" u="none" strike="noStrike" dirty="0">
                <a:effectLst/>
                <a:latin typeface="Fredoka One" panose="02000000000000000000" pitchFamily="2" charset="77"/>
              </a:rPr>
              <a:t>Empowering Users: Your Privacy Rights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1396A28B-D212-4DB4-372E-F1B5C63FD009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F7BB0-ECDA-6926-52E9-A27EC3AFE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747" y="1213206"/>
            <a:ext cx="1476154" cy="140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7C8D75-CD13-252F-8D77-D26AAE3E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80996"/>
            <a:ext cx="1828800" cy="1187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6E0252-580A-1CE2-0431-3D75364C1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83923" y="1213206"/>
            <a:ext cx="1735492" cy="1433482"/>
          </a:xfrm>
          <a:prstGeom prst="rect">
            <a:avLst/>
          </a:prstGeom>
        </p:spPr>
      </p:pic>
      <p:pic>
        <p:nvPicPr>
          <p:cNvPr id="5126" name="Picture 6" descr="490+ Consumer Preferences Stock Illustrations, Royalty-Free Vector Graphics  &amp; Clip Art - iStock">
            <a:extLst>
              <a:ext uri="{FF2B5EF4-FFF2-40B4-BE49-F238E27FC236}">
                <a16:creationId xmlns:a16="http://schemas.microsoft.com/office/drawing/2014/main" id="{BB171025-27C0-9B21-3536-2D7177E35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77105" y="1173279"/>
            <a:ext cx="1590390" cy="159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B6FE5A-DF6E-9ECF-9102-70D8FEAAE67B}"/>
              </a:ext>
            </a:extLst>
          </p:cNvPr>
          <p:cNvSpPr txBox="1"/>
          <p:nvPr/>
        </p:nvSpPr>
        <p:spPr>
          <a:xfrm>
            <a:off x="-33001" y="2797915"/>
            <a:ext cx="20538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visibility of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 details, posts, and stories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blocking tools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control unwanted interactions.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8E4DF-3BDD-619E-1C7D-DB66D431AA45}"/>
              </a:ext>
            </a:extLst>
          </p:cNvPr>
          <p:cNvSpPr txBox="1"/>
          <p:nvPr/>
        </p:nvSpPr>
        <p:spPr>
          <a:xfrm>
            <a:off x="2183923" y="2767985"/>
            <a:ext cx="20778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Control who can send you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friend requests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Decide if your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phone number and email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be used for searches.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Adjust how your profile appears on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search engines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35717-FA07-3C9C-9821-B5D5BE7BFE15}"/>
              </a:ext>
            </a:extLst>
          </p:cNvPr>
          <p:cNvSpPr txBox="1"/>
          <p:nvPr/>
        </p:nvSpPr>
        <p:spPr>
          <a:xfrm>
            <a:off x="7278411" y="2614582"/>
            <a:ext cx="17354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Ensure your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password is strong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secure.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Enable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two-factor authentication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for extra protection.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Activate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login alerts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monitor account access.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3E0E2-9AD4-187B-935E-3668E69604E1}"/>
              </a:ext>
            </a:extLst>
          </p:cNvPr>
          <p:cNvSpPr txBox="1"/>
          <p:nvPr/>
        </p:nvSpPr>
        <p:spPr>
          <a:xfrm>
            <a:off x="4676778" y="2838227"/>
            <a:ext cx="2263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Understand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ads are personalized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for you.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Manage your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profile information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its use in ads.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Control visibility of your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social interactions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advertising.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2CA0E-5A75-925C-3896-2E0A7EFADE77}"/>
              </a:ext>
            </a:extLst>
          </p:cNvPr>
          <p:cNvSpPr txBox="1"/>
          <p:nvPr/>
        </p:nvSpPr>
        <p:spPr>
          <a:xfrm>
            <a:off x="14631" y="819331"/>
            <a:ext cx="1842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Can See What You Share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B20F9-55A5-FD8D-0897-89C37A7EA52C}"/>
              </a:ext>
            </a:extLst>
          </p:cNvPr>
          <p:cNvSpPr txBox="1"/>
          <p:nvPr/>
        </p:nvSpPr>
        <p:spPr>
          <a:xfrm>
            <a:off x="2047618" y="750527"/>
            <a:ext cx="2329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People Can Find You on Facebook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2687E-16C9-8F65-57DD-5AACAE60109B}"/>
              </a:ext>
            </a:extLst>
          </p:cNvPr>
          <p:cNvSpPr txBox="1"/>
          <p:nvPr/>
        </p:nvSpPr>
        <p:spPr>
          <a:xfrm>
            <a:off x="4485060" y="769065"/>
            <a:ext cx="2265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Ad Preferences on Facebook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C54C62-C1BA-3C3F-EBE1-CF6FF3463B0C}"/>
              </a:ext>
            </a:extLst>
          </p:cNvPr>
          <p:cNvSpPr txBox="1"/>
          <p:nvPr/>
        </p:nvSpPr>
        <p:spPr>
          <a:xfrm>
            <a:off x="7413747" y="750527"/>
            <a:ext cx="1978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Keep Your Account Secure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606AC5-5213-51EC-938A-07D5D54088C2}"/>
              </a:ext>
            </a:extLst>
          </p:cNvPr>
          <p:cNvCxnSpPr/>
          <p:nvPr/>
        </p:nvCxnSpPr>
        <p:spPr>
          <a:xfrm>
            <a:off x="2020825" y="609600"/>
            <a:ext cx="0" cy="45339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739412-F7FE-8EC1-FFAC-13BA091B475D}"/>
              </a:ext>
            </a:extLst>
          </p:cNvPr>
          <p:cNvCxnSpPr/>
          <p:nvPr/>
        </p:nvCxnSpPr>
        <p:spPr>
          <a:xfrm>
            <a:off x="4379308" y="609600"/>
            <a:ext cx="0" cy="45339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F33B9D-A3DB-E991-D263-B5837EC38455}"/>
              </a:ext>
            </a:extLst>
          </p:cNvPr>
          <p:cNvCxnSpPr/>
          <p:nvPr/>
        </p:nvCxnSpPr>
        <p:spPr>
          <a:xfrm>
            <a:off x="7057459" y="609600"/>
            <a:ext cx="0" cy="45339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003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A1806876-250A-56CD-93DC-25E91A66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0A02380E-5E06-CA2E-0219-3BFF2AEC41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775" y="1261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Fredoka One" panose="02000000000000000000" pitchFamily="2" charset="77"/>
              </a:rPr>
              <a:t>How Can You View and Manage Your Information?</a:t>
            </a:r>
            <a:endParaRPr lang="en-US" sz="2400" dirty="0">
              <a:solidFill>
                <a:schemeClr val="accent2"/>
              </a:solidFill>
              <a:latin typeface="Fredoka One" panose="02000000000000000000" pitchFamily="2" charset="77"/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D0981629-9381-2F89-AAD7-639D3327D042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F7CDC-0CE5-2805-39FA-370432316A38}"/>
              </a:ext>
            </a:extLst>
          </p:cNvPr>
          <p:cNvSpPr txBox="1"/>
          <p:nvPr/>
        </p:nvSpPr>
        <p:spPr>
          <a:xfrm>
            <a:off x="301057" y="923885"/>
            <a:ext cx="864831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Off-Facebook Activity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includes data businesses or apps share with Facebook about your interactions with them.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and the Internet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your online activity generates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businesses share this data with Facebook.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Sent to Facebook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help businesses target relevant audiences for ads.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Under Your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see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summary of data Facebook receives from other apps and websites.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Off-Facebook Activity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tool giving users more control over shared data.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disconnect specific activities.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clear previous activity.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manage future activity.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19580-4A7B-E968-3275-B0B43E7E5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025" y="1572942"/>
            <a:ext cx="2923918" cy="169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81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159">
          <a:extLst>
            <a:ext uri="{FF2B5EF4-FFF2-40B4-BE49-F238E27FC236}">
              <a16:creationId xmlns:a16="http://schemas.microsoft.com/office/drawing/2014/main" id="{AFCB7950-1D16-E90A-9F96-2A7762FB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">
            <a:extLst>
              <a:ext uri="{FF2B5EF4-FFF2-40B4-BE49-F238E27FC236}">
                <a16:creationId xmlns:a16="http://schemas.microsoft.com/office/drawing/2014/main" id="{D61B984A-01D2-8B98-DF54-69C581E2F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619" y="6671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i="0" u="none" strike="noStrike" dirty="0">
                <a:solidFill>
                  <a:schemeClr val="accent2"/>
                </a:solidFill>
                <a:effectLst/>
              </a:rPr>
              <a:t>Port, Download, and Delete Your Information</a:t>
            </a:r>
            <a:br>
              <a:rPr lang="en-US" sz="1200" b="1" i="0" u="none" strike="noStrike" dirty="0">
                <a:solidFill>
                  <a:srgbClr val="000000"/>
                </a:solidFill>
                <a:effectLst/>
              </a:rPr>
            </a:b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175" name="Google Shape;1175;p50">
            <a:extLst>
              <a:ext uri="{FF2B5EF4-FFF2-40B4-BE49-F238E27FC236}">
                <a16:creationId xmlns:a16="http://schemas.microsoft.com/office/drawing/2014/main" id="{347AF2CE-2DA8-B519-B482-0638D430692B}"/>
              </a:ext>
            </a:extLst>
          </p:cNvPr>
          <p:cNvSpPr/>
          <p:nvPr/>
        </p:nvSpPr>
        <p:spPr>
          <a:xfrm>
            <a:off x="5189825" y="4098999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9CBE8-0B82-EBF8-7569-D6337BD5E006}"/>
              </a:ext>
            </a:extLst>
          </p:cNvPr>
          <p:cNvSpPr txBox="1"/>
          <p:nvPr/>
        </p:nvSpPr>
        <p:spPr>
          <a:xfrm>
            <a:off x="163551" y="1167913"/>
            <a:ext cx="83843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 Your Information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certain cases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under applicable laws, you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right to transfer your data to another service.</a:t>
            </a:r>
          </a:p>
          <a:p>
            <a:pPr algn="l"/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or Transfer Your Information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download your shared content, activities, and collected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also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transfer a copy of your information to another service.</a:t>
            </a:r>
          </a:p>
          <a:p>
            <a:pPr algn="l"/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Your Information or Account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delete specific data or permanently remove your account.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may take up to 90 days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your account deletion request to be processed.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removal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also take up to an additional 90 days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disaster recovery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ECF04-AE96-1D9E-CBE8-88DB80B2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180" y="2118395"/>
            <a:ext cx="1400974" cy="1146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E7704E-8328-164A-7511-5CA25439F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645" y="3937902"/>
            <a:ext cx="1261059" cy="1209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FAD42C-E69C-4704-2429-7298C119A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6456" y="568492"/>
            <a:ext cx="870724" cy="87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61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B60E-3E7B-43FF-40D0-0938D375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4231054"/>
          </a:xfrm>
        </p:spPr>
        <p:txBody>
          <a:bodyPr/>
          <a:lstStyle/>
          <a:p>
            <a:r>
              <a:rPr lang="en-US" sz="4000" b="0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 yourself with knowledge, safeguard your data, and take control of your digital journey.</a:t>
            </a:r>
            <a:br>
              <a:rPr lang="en-US" sz="4000" b="0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0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0" i="0" u="none" strike="noStrike" dirty="0">
                <a:solidFill>
                  <a:schemeClr val="accent6"/>
                </a:solidFill>
                <a:effectLst/>
                <a:latin typeface="-webkit-standard"/>
              </a:rPr>
            </a:br>
            <a:r>
              <a:rPr lang="en-US" b="0" i="0" u="none" strike="noStrike" dirty="0">
                <a:solidFill>
                  <a:schemeClr val="accent6"/>
                </a:solidFill>
                <a:effectLst/>
                <a:latin typeface="-webkit-standard"/>
              </a:rPr>
              <a:t> </a:t>
            </a:r>
            <a:r>
              <a:rPr lang="en-US" sz="4000" b="0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you!!!!</a:t>
            </a:r>
            <a:endParaRPr lang="en-US" sz="4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786200"/>
      </p:ext>
    </p:extLst>
  </p:cSld>
  <p:clrMapOvr>
    <a:masterClrMapping/>
  </p:clrMapOvr>
</p:sld>
</file>

<file path=ppt/theme/theme1.xml><?xml version="1.0" encoding="utf-8"?>
<a:theme xmlns:a="http://schemas.openxmlformats.org/drawingml/2006/main" name="Retato Slideshow by Slidesgo">
  <a:themeElements>
    <a:clrScheme name="Simple Light">
      <a:dk1>
        <a:srgbClr val="263238"/>
      </a:dk1>
      <a:lt1>
        <a:srgbClr val="FFFFFF"/>
      </a:lt1>
      <a:dk2>
        <a:srgbClr val="263238"/>
      </a:dk2>
      <a:lt2>
        <a:srgbClr val="EEEEEE"/>
      </a:lt2>
      <a:accent1>
        <a:srgbClr val="F5F5F5"/>
      </a:accent1>
      <a:accent2>
        <a:srgbClr val="407BFF"/>
      </a:accent2>
      <a:accent3>
        <a:srgbClr val="305DBF"/>
      </a:accent3>
      <a:accent4>
        <a:srgbClr val="455A64"/>
      </a:accent4>
      <a:accent5>
        <a:srgbClr val="E0E0E0"/>
      </a:accent5>
      <a:accent6>
        <a:srgbClr val="203E80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1361</TotalTime>
  <Words>3592</Words>
  <Application>Microsoft Macintosh PowerPoint</Application>
  <PresentationFormat>On-screen Show (16:9)</PresentationFormat>
  <Paragraphs>538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Times New Roman</vt:lpstr>
      <vt:lpstr>Arial</vt:lpstr>
      <vt:lpstr>Proxima Nova</vt:lpstr>
      <vt:lpstr>Helvetica</vt:lpstr>
      <vt:lpstr>Garamond</vt:lpstr>
      <vt:lpstr>-webkit-standard</vt:lpstr>
      <vt:lpstr>Wingdings</vt:lpstr>
      <vt:lpstr>Lyon</vt:lpstr>
      <vt:lpstr>Fredoka One</vt:lpstr>
      <vt:lpstr>Aptos</vt:lpstr>
      <vt:lpstr>Cochin</vt:lpstr>
      <vt:lpstr>Raleway</vt:lpstr>
      <vt:lpstr>Retato Slideshow by Slidesgo</vt:lpstr>
      <vt:lpstr>Facebook Privacy Policy</vt:lpstr>
      <vt:lpstr>TABLE OF CONTENT</vt:lpstr>
      <vt:lpstr>-Mark Zuckerberg Time (May 20, 2010)</vt:lpstr>
      <vt:lpstr>Facebook’s Global Impact: A Data Perspective</vt:lpstr>
      <vt:lpstr>Meta’s Privacy Policy: A Comprehensive Framework</vt:lpstr>
      <vt:lpstr>Policy Coverage</vt:lpstr>
      <vt:lpstr>Policy Coverage</vt:lpstr>
      <vt:lpstr>What Meta Collects: Data at a Glance</vt:lpstr>
      <vt:lpstr>What Meta Collects: Data at a Glance</vt:lpstr>
      <vt:lpstr>What Meta Collects: Data at a Glance</vt:lpstr>
      <vt:lpstr>How Your Data is Shared and Protected</vt:lpstr>
      <vt:lpstr>Collaborating Safely: Sharing with Partners</vt:lpstr>
      <vt:lpstr>Collaborating Safely: Sharing with Partners</vt:lpstr>
      <vt:lpstr>Global Transfers: Securing Your Information</vt:lpstr>
      <vt:lpstr>Why Meta Uses Your Data: Insights and Innovations</vt:lpstr>
      <vt:lpstr>Why Meta Uses Your Data: Insights and Innovations</vt:lpstr>
      <vt:lpstr>Beyond Users: Managing External Data</vt:lpstr>
      <vt:lpstr>Privacy RIGHTS under US privacy Laws</vt:lpstr>
      <vt:lpstr>Where Your Data Lives: Retention and Compliance</vt:lpstr>
      <vt:lpstr>Legal Frameworks Shaping Privacy Rights</vt:lpstr>
      <vt:lpstr>Facebook Privacy Regulations (COPPA) </vt:lpstr>
      <vt:lpstr>Facebook Privacy Regulations (CalOPPA) </vt:lpstr>
      <vt:lpstr>Facebook Privacy Regulations (GDPR) </vt:lpstr>
      <vt:lpstr>Facebook Privacy Regulations (CCPA) </vt:lpstr>
      <vt:lpstr>How does CCPA &amp; GDPR affect Facebook advertising</vt:lpstr>
      <vt:lpstr>Facebook Data Breach, Privacy &amp; Security Challenges </vt:lpstr>
      <vt:lpstr>Facebook Data Breach, Privacy &amp; Security Challenges</vt:lpstr>
      <vt:lpstr>Facebook Data Breach, Privacy &amp; Security Challenges</vt:lpstr>
      <vt:lpstr>Facebook Data Breach, Privacy &amp; Security Challenges</vt:lpstr>
      <vt:lpstr>Facebook Data Breach, Privacy &amp; Security Challenges</vt:lpstr>
      <vt:lpstr>Ensuring Trust: Privacy, Safety, and Fairness</vt:lpstr>
      <vt:lpstr>Ensuring Trust: Privacy, Safety, and Fairness</vt:lpstr>
      <vt:lpstr>Fighting Against Online Exploitation </vt:lpstr>
      <vt:lpstr>Empowering Users: Your Privacy Rights</vt:lpstr>
      <vt:lpstr>Highlighted Privacy Checkup tools  </vt:lpstr>
      <vt:lpstr>Empowering Users: Your Privacy Rights</vt:lpstr>
      <vt:lpstr>How Can You View and Manage Your Information?</vt:lpstr>
      <vt:lpstr>Port, Download, and Delete Your Information </vt:lpstr>
      <vt:lpstr>Empower yourself with knowledge, safeguard your data, and take control of your digital journey.    Thank you!!!!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Siva Deekshita Chithajhallu</cp:lastModifiedBy>
  <cp:revision>4</cp:revision>
  <dcterms:modified xsi:type="dcterms:W3CDTF">2024-12-08T22:28:19Z</dcterms:modified>
</cp:coreProperties>
</file>